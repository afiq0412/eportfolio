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6" r:id="rId4"/>
  </p:sldMasterIdLst>
  <p:sldIdLst>
    <p:sldId id="268" r:id="rId5"/>
    <p:sldId id="276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fiq Danial" initials="AD" lastIdx="1" clrIdx="0">
    <p:extLst>
      <p:ext uri="{19B8F6BF-5375-455C-9EA6-DF929625EA0E}">
        <p15:presenceInfo xmlns:p15="http://schemas.microsoft.com/office/powerpoint/2012/main" userId="147273bae1026c4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67E7"/>
    <a:srgbClr val="FFFF66"/>
    <a:srgbClr val="FF7C80"/>
    <a:srgbClr val="FF9900"/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>
        <p:scale>
          <a:sx n="66" d="100"/>
          <a:sy n="66" d="100"/>
        </p:scale>
        <p:origin x="1330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iq Danial" userId="147273bae1026c4f" providerId="LiveId" clId="{95BD7C69-8834-45D4-9AA8-7105D731C0FF}"/>
    <pc:docChg chg="undo redo custSel addSld delSld modSld sldOrd modMainMaster">
      <pc:chgData name="Afiq Danial" userId="147273bae1026c4f" providerId="LiveId" clId="{95BD7C69-8834-45D4-9AA8-7105D731C0FF}" dt="2023-11-04T10:51:28.766" v="13932" actId="20577"/>
      <pc:docMkLst>
        <pc:docMk/>
      </pc:docMkLst>
      <pc:sldChg chg="addSp delSp modSp mod">
        <pc:chgData name="Afiq Danial" userId="147273bae1026c4f" providerId="LiveId" clId="{95BD7C69-8834-45D4-9AA8-7105D731C0FF}" dt="2023-11-03T08:49:34.396" v="4785" actId="13926"/>
        <pc:sldMkLst>
          <pc:docMk/>
          <pc:sldMk cId="3912747309" sldId="268"/>
        </pc:sldMkLst>
        <pc:spChg chg="mod">
          <ac:chgData name="Afiq Danial" userId="147273bae1026c4f" providerId="LiveId" clId="{95BD7C69-8834-45D4-9AA8-7105D731C0FF}" dt="2023-11-03T08:49:34.396" v="4785" actId="13926"/>
          <ac:spMkLst>
            <pc:docMk/>
            <pc:sldMk cId="3912747309" sldId="268"/>
            <ac:spMk id="2" creationId="{4010AF38-26DF-48B3-952C-4A9091D6863C}"/>
          </ac:spMkLst>
        </pc:spChg>
        <pc:spChg chg="mod">
          <ac:chgData name="Afiq Danial" userId="147273bae1026c4f" providerId="LiveId" clId="{95BD7C69-8834-45D4-9AA8-7105D731C0FF}" dt="2023-11-02T16:34:56.625" v="4555" actId="14100"/>
          <ac:spMkLst>
            <pc:docMk/>
            <pc:sldMk cId="3912747309" sldId="268"/>
            <ac:spMk id="3" creationId="{37FC2D8F-56D2-4ADF-B439-0E09E7C37894}"/>
          </ac:spMkLst>
        </pc:spChg>
        <pc:picChg chg="add del mod ord">
          <ac:chgData name="Afiq Danial" userId="147273bae1026c4f" providerId="LiveId" clId="{95BD7C69-8834-45D4-9AA8-7105D731C0FF}" dt="2023-11-01T15:42:15.051" v="1621" actId="478"/>
          <ac:picMkLst>
            <pc:docMk/>
            <pc:sldMk cId="3912747309" sldId="268"/>
            <ac:picMk id="4" creationId="{ECD40286-F20A-672E-3DFB-EBA346100255}"/>
          </ac:picMkLst>
        </pc:picChg>
      </pc:sldChg>
      <pc:sldChg chg="addSp delSp modSp mod setBg addCm delCm">
        <pc:chgData name="Afiq Danial" userId="147273bae1026c4f" providerId="LiveId" clId="{95BD7C69-8834-45D4-9AA8-7105D731C0FF}" dt="2023-11-04T10:51:28.766" v="13932" actId="20577"/>
        <pc:sldMkLst>
          <pc:docMk/>
          <pc:sldMk cId="766300635" sldId="269"/>
        </pc:sldMkLst>
        <pc:spChg chg="mod">
          <ac:chgData name="Afiq Danial" userId="147273bae1026c4f" providerId="LiveId" clId="{95BD7C69-8834-45D4-9AA8-7105D731C0FF}" dt="2023-11-03T14:26:12.980" v="8313" actId="115"/>
          <ac:spMkLst>
            <pc:docMk/>
            <pc:sldMk cId="766300635" sldId="269"/>
            <ac:spMk id="2" creationId="{F30144CA-D430-6F9A-C3E1-C7A8A58596F1}"/>
          </ac:spMkLst>
        </pc:spChg>
        <pc:spChg chg="add mod">
          <ac:chgData name="Afiq Danial" userId="147273bae1026c4f" providerId="LiveId" clId="{95BD7C69-8834-45D4-9AA8-7105D731C0FF}" dt="2023-11-02T16:22:43.078" v="4199" actId="20577"/>
          <ac:spMkLst>
            <pc:docMk/>
            <pc:sldMk cId="766300635" sldId="269"/>
            <ac:spMk id="3" creationId="{C6D4DB5C-9660-9A86-5CBE-F11F9D5DD888}"/>
          </ac:spMkLst>
        </pc:spChg>
        <pc:spChg chg="add del mod">
          <ac:chgData name="Afiq Danial" userId="147273bae1026c4f" providerId="LiveId" clId="{95BD7C69-8834-45D4-9AA8-7105D731C0FF}" dt="2023-11-01T15:54:42.018" v="2236" actId="478"/>
          <ac:spMkLst>
            <pc:docMk/>
            <pc:sldMk cId="766300635" sldId="269"/>
            <ac:spMk id="5" creationId="{870A804A-A8CC-F796-8CDC-9189B414CAE7}"/>
          </ac:spMkLst>
        </pc:spChg>
        <pc:spChg chg="add del mod">
          <ac:chgData name="Afiq Danial" userId="147273bae1026c4f" providerId="LiveId" clId="{95BD7C69-8834-45D4-9AA8-7105D731C0FF}" dt="2023-11-01T15:58:49.933" v="2310" actId="478"/>
          <ac:spMkLst>
            <pc:docMk/>
            <pc:sldMk cId="766300635" sldId="269"/>
            <ac:spMk id="6" creationId="{10606499-659F-BCCE-7369-E941434E25C4}"/>
          </ac:spMkLst>
        </pc:spChg>
        <pc:spChg chg="add mod">
          <ac:chgData name="Afiq Danial" userId="147273bae1026c4f" providerId="LiveId" clId="{95BD7C69-8834-45D4-9AA8-7105D731C0FF}" dt="2023-11-01T16:01:48.627" v="2354" actId="13822"/>
          <ac:spMkLst>
            <pc:docMk/>
            <pc:sldMk cId="766300635" sldId="269"/>
            <ac:spMk id="7" creationId="{E38495C4-8FFF-29AA-1F92-4ABD43313C80}"/>
          </ac:spMkLst>
        </pc:spChg>
        <pc:spChg chg="mod">
          <ac:chgData name="Afiq Danial" userId="147273bae1026c4f" providerId="LiveId" clId="{95BD7C69-8834-45D4-9AA8-7105D731C0FF}" dt="2023-11-04T10:51:28.766" v="13932" actId="20577"/>
          <ac:spMkLst>
            <pc:docMk/>
            <pc:sldMk cId="766300635" sldId="269"/>
            <ac:spMk id="9" creationId="{9C6420BF-838C-3C58-674E-FB4543DEAB80}"/>
          </ac:spMkLst>
        </pc:spChg>
        <pc:picChg chg="add mod">
          <ac:chgData name="Afiq Danial" userId="147273bae1026c4f" providerId="LiveId" clId="{95BD7C69-8834-45D4-9AA8-7105D731C0FF}" dt="2023-11-01T16:01:03.243" v="2350" actId="1440"/>
          <ac:picMkLst>
            <pc:docMk/>
            <pc:sldMk cId="766300635" sldId="269"/>
            <ac:picMk id="4" creationId="{FBC7E51C-9779-A88A-B4FD-9FE72519934F}"/>
          </ac:picMkLst>
        </pc:picChg>
      </pc:sldChg>
      <pc:sldChg chg="addSp delSp modSp new del mod chgLayout">
        <pc:chgData name="Afiq Danial" userId="147273bae1026c4f" providerId="LiveId" clId="{95BD7C69-8834-45D4-9AA8-7105D731C0FF}" dt="2023-11-02T15:29:54.131" v="2363" actId="2696"/>
        <pc:sldMkLst>
          <pc:docMk/>
          <pc:sldMk cId="746992359" sldId="270"/>
        </pc:sldMkLst>
        <pc:spChg chg="add del">
          <ac:chgData name="Afiq Danial" userId="147273bae1026c4f" providerId="LiveId" clId="{95BD7C69-8834-45D4-9AA8-7105D731C0FF}" dt="2023-11-02T15:29:46.433" v="2362" actId="6264"/>
          <ac:spMkLst>
            <pc:docMk/>
            <pc:sldMk cId="746992359" sldId="270"/>
            <ac:spMk id="2" creationId="{CC7C6B09-ABFA-79EF-B9B8-E383EEF18583}"/>
          </ac:spMkLst>
        </pc:spChg>
        <pc:spChg chg="add del mod ord">
          <ac:chgData name="Afiq Danial" userId="147273bae1026c4f" providerId="LiveId" clId="{95BD7C69-8834-45D4-9AA8-7105D731C0FF}" dt="2023-11-02T15:29:46.433" v="2362" actId="6264"/>
          <ac:spMkLst>
            <pc:docMk/>
            <pc:sldMk cId="746992359" sldId="270"/>
            <ac:spMk id="3" creationId="{9D532647-1841-FC4A-A657-542CC0A95B12}"/>
          </ac:spMkLst>
        </pc:spChg>
      </pc:sldChg>
      <pc:sldChg chg="addSp delSp modSp new mod ord">
        <pc:chgData name="Afiq Danial" userId="147273bae1026c4f" providerId="LiveId" clId="{95BD7C69-8834-45D4-9AA8-7105D731C0FF}" dt="2023-11-04T10:32:18.732" v="13410" actId="20577"/>
        <pc:sldMkLst>
          <pc:docMk/>
          <pc:sldMk cId="3797546542" sldId="270"/>
        </pc:sldMkLst>
        <pc:spChg chg="add mod">
          <ac:chgData name="Afiq Danial" userId="147273bae1026c4f" providerId="LiveId" clId="{95BD7C69-8834-45D4-9AA8-7105D731C0FF}" dt="2023-11-04T10:32:18.732" v="13410" actId="20577"/>
          <ac:spMkLst>
            <pc:docMk/>
            <pc:sldMk cId="3797546542" sldId="270"/>
            <ac:spMk id="2" creationId="{52F9FCEF-FA91-59F1-13CF-E19932C8EC46}"/>
          </ac:spMkLst>
        </pc:spChg>
        <pc:spChg chg="add mod">
          <ac:chgData name="Afiq Danial" userId="147273bae1026c4f" providerId="LiveId" clId="{95BD7C69-8834-45D4-9AA8-7105D731C0FF}" dt="2023-11-04T03:36:48.785" v="10049" actId="207"/>
          <ac:spMkLst>
            <pc:docMk/>
            <pc:sldMk cId="3797546542" sldId="270"/>
            <ac:spMk id="3" creationId="{53786C14-8250-CEDA-55ED-E4B3F830FA07}"/>
          </ac:spMkLst>
        </pc:spChg>
        <pc:spChg chg="add mod">
          <ac:chgData name="Afiq Danial" userId="147273bae1026c4f" providerId="LiveId" clId="{95BD7C69-8834-45D4-9AA8-7105D731C0FF}" dt="2023-11-04T03:36:53.029" v="10050" actId="207"/>
          <ac:spMkLst>
            <pc:docMk/>
            <pc:sldMk cId="3797546542" sldId="270"/>
            <ac:spMk id="4" creationId="{588C9F54-5541-39D0-7891-98E485554D38}"/>
          </ac:spMkLst>
        </pc:spChg>
        <pc:spChg chg="add del mod">
          <ac:chgData name="Afiq Danial" userId="147273bae1026c4f" providerId="LiveId" clId="{95BD7C69-8834-45D4-9AA8-7105D731C0FF}" dt="2023-11-02T15:37:56.895" v="2434" actId="478"/>
          <ac:spMkLst>
            <pc:docMk/>
            <pc:sldMk cId="3797546542" sldId="270"/>
            <ac:spMk id="5" creationId="{BEABA890-9CD7-1EE7-3716-93950DF0AA2A}"/>
          </ac:spMkLst>
        </pc:spChg>
        <pc:spChg chg="add del mod">
          <ac:chgData name="Afiq Danial" userId="147273bae1026c4f" providerId="LiveId" clId="{95BD7C69-8834-45D4-9AA8-7105D731C0FF}" dt="2023-11-04T03:37:01.933" v="10051" actId="207"/>
          <ac:spMkLst>
            <pc:docMk/>
            <pc:sldMk cId="3797546542" sldId="270"/>
            <ac:spMk id="6" creationId="{3C504005-CDDD-9E5A-1B11-7DAECD4F3DEE}"/>
          </ac:spMkLst>
        </pc:spChg>
        <pc:spChg chg="add del mod">
          <ac:chgData name="Afiq Danial" userId="147273bae1026c4f" providerId="LiveId" clId="{95BD7C69-8834-45D4-9AA8-7105D731C0FF}" dt="2023-11-04T03:37:06.362" v="10052" actId="207"/>
          <ac:spMkLst>
            <pc:docMk/>
            <pc:sldMk cId="3797546542" sldId="270"/>
            <ac:spMk id="7" creationId="{D02E07B8-2E01-2B2C-248A-1C8244427723}"/>
          </ac:spMkLst>
        </pc:spChg>
        <pc:spChg chg="add mod">
          <ac:chgData name="Afiq Danial" userId="147273bae1026c4f" providerId="LiveId" clId="{95BD7C69-8834-45D4-9AA8-7105D731C0FF}" dt="2023-11-04T03:38:16.150" v="10063" actId="207"/>
          <ac:spMkLst>
            <pc:docMk/>
            <pc:sldMk cId="3797546542" sldId="270"/>
            <ac:spMk id="9" creationId="{F23AC077-4A42-C0E5-B3B5-209DD4479BFF}"/>
          </ac:spMkLst>
        </pc:spChg>
        <pc:picChg chg="add mod ord">
          <ac:chgData name="Afiq Danial" userId="147273bae1026c4f" providerId="LiveId" clId="{95BD7C69-8834-45D4-9AA8-7105D731C0FF}" dt="2023-11-02T16:30:47.369" v="4471" actId="1076"/>
          <ac:picMkLst>
            <pc:docMk/>
            <pc:sldMk cId="3797546542" sldId="270"/>
            <ac:picMk id="8" creationId="{7B8DADDC-D923-7D62-764B-F268ED496E36}"/>
          </ac:picMkLst>
        </pc:picChg>
      </pc:sldChg>
      <pc:sldChg chg="addSp delSp modSp new mod">
        <pc:chgData name="Afiq Danial" userId="147273bae1026c4f" providerId="LiveId" clId="{95BD7C69-8834-45D4-9AA8-7105D731C0FF}" dt="2023-11-04T03:38:08.635" v="10062" actId="1076"/>
        <pc:sldMkLst>
          <pc:docMk/>
          <pc:sldMk cId="3665462550" sldId="271"/>
        </pc:sldMkLst>
        <pc:spChg chg="add del mod">
          <ac:chgData name="Afiq Danial" userId="147273bae1026c4f" providerId="LiveId" clId="{95BD7C69-8834-45D4-9AA8-7105D731C0FF}" dt="2023-11-03T08:36:44.326" v="4563" actId="478"/>
          <ac:spMkLst>
            <pc:docMk/>
            <pc:sldMk cId="3665462550" sldId="271"/>
            <ac:spMk id="2" creationId="{D4D09C2D-01B3-90C1-9ACD-902F90181A18}"/>
          </ac:spMkLst>
        </pc:spChg>
        <pc:spChg chg="add del">
          <ac:chgData name="Afiq Danial" userId="147273bae1026c4f" providerId="LiveId" clId="{95BD7C69-8834-45D4-9AA8-7105D731C0FF}" dt="2023-11-03T08:38:19.221" v="4578" actId="12084"/>
          <ac:spMkLst>
            <pc:docMk/>
            <pc:sldMk cId="3665462550" sldId="271"/>
            <ac:spMk id="3" creationId="{E17E443B-D95E-50C1-4FBE-4FE0AF9781E1}"/>
          </ac:spMkLst>
        </pc:spChg>
        <pc:spChg chg="add del mod">
          <ac:chgData name="Afiq Danial" userId="147273bae1026c4f" providerId="LiveId" clId="{95BD7C69-8834-45D4-9AA8-7105D731C0FF}" dt="2023-11-03T09:07:56.665" v="5140" actId="478"/>
          <ac:spMkLst>
            <pc:docMk/>
            <pc:sldMk cId="3665462550" sldId="271"/>
            <ac:spMk id="11" creationId="{B3169C51-86B1-9A95-4B41-E351270A6136}"/>
          </ac:spMkLst>
        </pc:spChg>
        <pc:spChg chg="add del">
          <ac:chgData name="Afiq Danial" userId="147273bae1026c4f" providerId="LiveId" clId="{95BD7C69-8834-45D4-9AA8-7105D731C0FF}" dt="2023-11-03T09:08:22.865" v="5142" actId="478"/>
          <ac:spMkLst>
            <pc:docMk/>
            <pc:sldMk cId="3665462550" sldId="271"/>
            <ac:spMk id="12" creationId="{FED76D3A-42A9-D939-7EA8-50211ACAC7BB}"/>
          </ac:spMkLst>
        </pc:spChg>
        <pc:spChg chg="add mod">
          <ac:chgData name="Afiq Danial" userId="147273bae1026c4f" providerId="LiveId" clId="{95BD7C69-8834-45D4-9AA8-7105D731C0FF}" dt="2023-11-04T03:37:19.165" v="10054" actId="207"/>
          <ac:spMkLst>
            <pc:docMk/>
            <pc:sldMk cId="3665462550" sldId="271"/>
            <ac:spMk id="13" creationId="{257B08FC-05FD-93AE-54A0-409F4CC3755F}"/>
          </ac:spMkLst>
        </pc:spChg>
        <pc:spChg chg="add mod ord">
          <ac:chgData name="Afiq Danial" userId="147273bae1026c4f" providerId="LiveId" clId="{95BD7C69-8834-45D4-9AA8-7105D731C0FF}" dt="2023-11-04T03:38:00.753" v="10061" actId="207"/>
          <ac:spMkLst>
            <pc:docMk/>
            <pc:sldMk cId="3665462550" sldId="271"/>
            <ac:spMk id="14" creationId="{2E9ACA75-2AF0-434E-26D2-890DB50905ED}"/>
          </ac:spMkLst>
        </pc:spChg>
        <pc:spChg chg="add mod ord">
          <ac:chgData name="Afiq Danial" userId="147273bae1026c4f" providerId="LiveId" clId="{95BD7C69-8834-45D4-9AA8-7105D731C0FF}" dt="2023-11-04T03:37:56.685" v="10060" actId="207"/>
          <ac:spMkLst>
            <pc:docMk/>
            <pc:sldMk cId="3665462550" sldId="271"/>
            <ac:spMk id="15" creationId="{EFA54362-4E8C-D415-1F05-61745D755B8D}"/>
          </ac:spMkLst>
        </pc:spChg>
        <pc:spChg chg="add del mod">
          <ac:chgData name="Afiq Danial" userId="147273bae1026c4f" providerId="LiveId" clId="{95BD7C69-8834-45D4-9AA8-7105D731C0FF}" dt="2023-11-03T09:37:14.300" v="6587"/>
          <ac:spMkLst>
            <pc:docMk/>
            <pc:sldMk cId="3665462550" sldId="271"/>
            <ac:spMk id="18" creationId="{26026DD4-8757-0AD4-F73B-8618DA328D54}"/>
          </ac:spMkLst>
        </pc:spChg>
        <pc:spChg chg="add del mod">
          <ac:chgData name="Afiq Danial" userId="147273bae1026c4f" providerId="LiveId" clId="{95BD7C69-8834-45D4-9AA8-7105D731C0FF}" dt="2023-11-03T09:39:46.081" v="6627" actId="478"/>
          <ac:spMkLst>
            <pc:docMk/>
            <pc:sldMk cId="3665462550" sldId="271"/>
            <ac:spMk id="21" creationId="{25499962-D33F-A29F-E775-724405C72B79}"/>
          </ac:spMkLst>
        </pc:spChg>
        <pc:spChg chg="add del mod">
          <ac:chgData name="Afiq Danial" userId="147273bae1026c4f" providerId="LiveId" clId="{95BD7C69-8834-45D4-9AA8-7105D731C0FF}" dt="2023-11-03T14:25:46.096" v="8307" actId="478"/>
          <ac:spMkLst>
            <pc:docMk/>
            <pc:sldMk cId="3665462550" sldId="271"/>
            <ac:spMk id="22" creationId="{CC6EFD59-8080-8DEC-17F6-D49E24EFE8E4}"/>
          </ac:spMkLst>
        </pc:spChg>
        <pc:spChg chg="add del mod">
          <ac:chgData name="Afiq Danial" userId="147273bae1026c4f" providerId="LiveId" clId="{95BD7C69-8834-45D4-9AA8-7105D731C0FF}" dt="2023-11-03T14:25:52.958" v="8309" actId="478"/>
          <ac:spMkLst>
            <pc:docMk/>
            <pc:sldMk cId="3665462550" sldId="271"/>
            <ac:spMk id="23" creationId="{12BA5263-D997-D8BE-C102-A240C2C18A04}"/>
          </ac:spMkLst>
        </pc:spChg>
        <pc:graphicFrameChg chg="add del mod">
          <ac:chgData name="Afiq Danial" userId="147273bae1026c4f" providerId="LiveId" clId="{95BD7C69-8834-45D4-9AA8-7105D731C0FF}" dt="2023-11-03T08:38:01.223" v="4577" actId="12084"/>
          <ac:graphicFrameMkLst>
            <pc:docMk/>
            <pc:sldMk cId="3665462550" sldId="271"/>
            <ac:graphicFrameMk id="4" creationId="{0B813B0D-4280-120A-0F30-D136C10DF5E8}"/>
          </ac:graphicFrameMkLst>
        </pc:graphicFrameChg>
        <pc:graphicFrameChg chg="add del mod modGraphic">
          <ac:chgData name="Afiq Danial" userId="147273bae1026c4f" providerId="LiveId" clId="{95BD7C69-8834-45D4-9AA8-7105D731C0FF}" dt="2023-11-03T08:42:10.648" v="4644" actId="478"/>
          <ac:graphicFrameMkLst>
            <pc:docMk/>
            <pc:sldMk cId="3665462550" sldId="271"/>
            <ac:graphicFrameMk id="5" creationId="{CA0CD988-A6AD-9C0E-9999-022D853A1623}"/>
          </ac:graphicFrameMkLst>
        </pc:graphicFrameChg>
        <pc:graphicFrameChg chg="add del mod modGraphic">
          <ac:chgData name="Afiq Danial" userId="147273bae1026c4f" providerId="LiveId" clId="{95BD7C69-8834-45D4-9AA8-7105D731C0FF}" dt="2023-11-03T08:43:20.338" v="4647" actId="478"/>
          <ac:graphicFrameMkLst>
            <pc:docMk/>
            <pc:sldMk cId="3665462550" sldId="271"/>
            <ac:graphicFrameMk id="6" creationId="{EB413542-994C-FEC4-8EC4-42AD5345752D}"/>
          </ac:graphicFrameMkLst>
        </pc:graphicFrameChg>
        <pc:graphicFrameChg chg="add del mod modGraphic">
          <ac:chgData name="Afiq Danial" userId="147273bae1026c4f" providerId="LiveId" clId="{95BD7C69-8834-45D4-9AA8-7105D731C0FF}" dt="2023-11-03T08:43:53.956" v="4651" actId="478"/>
          <ac:graphicFrameMkLst>
            <pc:docMk/>
            <pc:sldMk cId="3665462550" sldId="271"/>
            <ac:graphicFrameMk id="7" creationId="{BA6E8EB8-F739-72A7-140B-1ED242D4EF00}"/>
          </ac:graphicFrameMkLst>
        </pc:graphicFrameChg>
        <pc:graphicFrameChg chg="add mod modGraphic">
          <ac:chgData name="Afiq Danial" userId="147273bae1026c4f" providerId="LiveId" clId="{95BD7C69-8834-45D4-9AA8-7105D731C0FF}" dt="2023-11-04T03:38:08.635" v="10062" actId="1076"/>
          <ac:graphicFrameMkLst>
            <pc:docMk/>
            <pc:sldMk cId="3665462550" sldId="271"/>
            <ac:graphicFrameMk id="10" creationId="{30F78A40-D146-FCBB-769F-70F1C8D37048}"/>
          </ac:graphicFrameMkLst>
        </pc:graphicFrameChg>
        <pc:picChg chg="add del mod ord">
          <ac:chgData name="Afiq Danial" userId="147273bae1026c4f" providerId="LiveId" clId="{95BD7C69-8834-45D4-9AA8-7105D731C0FF}" dt="2023-11-03T09:37:13.670" v="6585" actId="167"/>
          <ac:picMkLst>
            <pc:docMk/>
            <pc:sldMk cId="3665462550" sldId="271"/>
            <ac:picMk id="17" creationId="{B5FAD931-C562-B4C1-BBFB-2B910EE13454}"/>
          </ac:picMkLst>
        </pc:picChg>
        <pc:picChg chg="add mod ord">
          <ac:chgData name="Afiq Danial" userId="147273bae1026c4f" providerId="LiveId" clId="{95BD7C69-8834-45D4-9AA8-7105D731C0FF}" dt="2023-11-03T09:39:58.555" v="6629" actId="1076"/>
          <ac:picMkLst>
            <pc:docMk/>
            <pc:sldMk cId="3665462550" sldId="271"/>
            <ac:picMk id="20" creationId="{027B1100-37C6-736C-C9D7-1B27DB8FF75B}"/>
          </ac:picMkLst>
        </pc:picChg>
      </pc:sldChg>
      <pc:sldChg chg="addSp delSp modSp new mod">
        <pc:chgData name="Afiq Danial" userId="147273bae1026c4f" providerId="LiveId" clId="{95BD7C69-8834-45D4-9AA8-7105D731C0FF}" dt="2023-11-04T10:32:03.786" v="13378" actId="20577"/>
        <pc:sldMkLst>
          <pc:docMk/>
          <pc:sldMk cId="2294136073" sldId="272"/>
        </pc:sldMkLst>
        <pc:spChg chg="add mod ord">
          <ac:chgData name="Afiq Danial" userId="147273bae1026c4f" providerId="LiveId" clId="{95BD7C69-8834-45D4-9AA8-7105D731C0FF}" dt="2023-11-04T10:32:03.786" v="13378" actId="20577"/>
          <ac:spMkLst>
            <pc:docMk/>
            <pc:sldMk cId="2294136073" sldId="272"/>
            <ac:spMk id="2" creationId="{451AB5D8-2B89-2416-D1C6-8A2A89380E3E}"/>
          </ac:spMkLst>
        </pc:spChg>
        <pc:spChg chg="add mod">
          <ac:chgData name="Afiq Danial" userId="147273bae1026c4f" providerId="LiveId" clId="{95BD7C69-8834-45D4-9AA8-7105D731C0FF}" dt="2023-11-03T14:41:30.027" v="8956"/>
          <ac:spMkLst>
            <pc:docMk/>
            <pc:sldMk cId="2294136073" sldId="272"/>
            <ac:spMk id="3" creationId="{1FC8AF81-0152-7383-842D-6B6E76747040}"/>
          </ac:spMkLst>
        </pc:spChg>
        <pc:spChg chg="add mod">
          <ac:chgData name="Afiq Danial" userId="147273bae1026c4f" providerId="LiveId" clId="{95BD7C69-8834-45D4-9AA8-7105D731C0FF}" dt="2023-11-03T14:42:36.426" v="9074" actId="20577"/>
          <ac:spMkLst>
            <pc:docMk/>
            <pc:sldMk cId="2294136073" sldId="272"/>
            <ac:spMk id="4" creationId="{3D90B0E3-E7CC-2717-89D7-1B2C31528BE3}"/>
          </ac:spMkLst>
        </pc:spChg>
        <pc:picChg chg="add del mod ord">
          <ac:chgData name="Afiq Danial" userId="147273bae1026c4f" providerId="LiveId" clId="{95BD7C69-8834-45D4-9AA8-7105D731C0FF}" dt="2023-11-03T14:44:52.587" v="9087" actId="478"/>
          <ac:picMkLst>
            <pc:docMk/>
            <pc:sldMk cId="2294136073" sldId="272"/>
            <ac:picMk id="6" creationId="{4DC0EB8A-3B9A-DE89-FCD5-E2D48E8E8EC5}"/>
          </ac:picMkLst>
        </pc:picChg>
        <pc:picChg chg="add mod ord">
          <ac:chgData name="Afiq Danial" userId="147273bae1026c4f" providerId="LiveId" clId="{95BD7C69-8834-45D4-9AA8-7105D731C0FF}" dt="2023-11-03T14:47:45.225" v="9106" actId="14100"/>
          <ac:picMkLst>
            <pc:docMk/>
            <pc:sldMk cId="2294136073" sldId="272"/>
            <ac:picMk id="8" creationId="{E5F5679C-64C9-5A33-CB03-952CE2A83CEA}"/>
          </ac:picMkLst>
        </pc:picChg>
        <pc:picChg chg="add mod ord">
          <ac:chgData name="Afiq Danial" userId="147273bae1026c4f" providerId="LiveId" clId="{95BD7C69-8834-45D4-9AA8-7105D731C0FF}" dt="2023-11-03T14:47:42.745" v="9105" actId="14100"/>
          <ac:picMkLst>
            <pc:docMk/>
            <pc:sldMk cId="2294136073" sldId="272"/>
            <ac:picMk id="10" creationId="{329966F8-97DB-F370-CA3D-6ACFCC17E66E}"/>
          </ac:picMkLst>
        </pc:picChg>
      </pc:sldChg>
      <pc:sldChg chg="addSp delSp modSp new mod">
        <pc:chgData name="Afiq Danial" userId="147273bae1026c4f" providerId="LiveId" clId="{95BD7C69-8834-45D4-9AA8-7105D731C0FF}" dt="2023-11-04T03:49:24.066" v="10752" actId="1076"/>
        <pc:sldMkLst>
          <pc:docMk/>
          <pc:sldMk cId="3191700466" sldId="273"/>
        </pc:sldMkLst>
        <pc:spChg chg="add del mod">
          <ac:chgData name="Afiq Danial" userId="147273bae1026c4f" providerId="LiveId" clId="{95BD7C69-8834-45D4-9AA8-7105D731C0FF}" dt="2023-11-03T16:21:48.362" v="9231"/>
          <ac:spMkLst>
            <pc:docMk/>
            <pc:sldMk cId="3191700466" sldId="273"/>
            <ac:spMk id="2" creationId="{06A0C850-0AA1-D4E9-8EB4-A5D61B193D54}"/>
          </ac:spMkLst>
        </pc:spChg>
        <pc:spChg chg="add del mod">
          <ac:chgData name="Afiq Danial" userId="147273bae1026c4f" providerId="LiveId" clId="{95BD7C69-8834-45D4-9AA8-7105D731C0FF}" dt="2023-11-03T16:11:52.770" v="9119" actId="767"/>
          <ac:spMkLst>
            <pc:docMk/>
            <pc:sldMk cId="3191700466" sldId="273"/>
            <ac:spMk id="3" creationId="{0016FA1D-A73E-D6A2-99C4-FFA1ABA23B65}"/>
          </ac:spMkLst>
        </pc:spChg>
        <pc:spChg chg="add del mod">
          <ac:chgData name="Afiq Danial" userId="147273bae1026c4f" providerId="LiveId" clId="{95BD7C69-8834-45D4-9AA8-7105D731C0FF}" dt="2023-11-03T16:13:38.072" v="9197" actId="47"/>
          <ac:spMkLst>
            <pc:docMk/>
            <pc:sldMk cId="3191700466" sldId="273"/>
            <ac:spMk id="4" creationId="{0B94EB44-2311-A97B-DA2E-73B745081163}"/>
          </ac:spMkLst>
        </pc:spChg>
        <pc:spChg chg="add del mod">
          <ac:chgData name="Afiq Danial" userId="147273bae1026c4f" providerId="LiveId" clId="{95BD7C69-8834-45D4-9AA8-7105D731C0FF}" dt="2023-11-03T16:13:41.563" v="9201" actId="478"/>
          <ac:spMkLst>
            <pc:docMk/>
            <pc:sldMk cId="3191700466" sldId="273"/>
            <ac:spMk id="6" creationId="{48759A8A-9B3F-B3C5-3D3F-9550C0B65FF6}"/>
          </ac:spMkLst>
        </pc:spChg>
        <pc:graphicFrameChg chg="add mod modGraphic">
          <ac:chgData name="Afiq Danial" userId="147273bae1026c4f" providerId="LiveId" clId="{95BD7C69-8834-45D4-9AA8-7105D731C0FF}" dt="2023-11-04T03:49:24.066" v="10752" actId="1076"/>
          <ac:graphicFrameMkLst>
            <pc:docMk/>
            <pc:sldMk cId="3191700466" sldId="273"/>
            <ac:graphicFrameMk id="7" creationId="{3927D488-3A9E-EBEF-4DDE-4DDB7E7C369A}"/>
          </ac:graphicFrameMkLst>
        </pc:graphicFrameChg>
        <pc:picChg chg="add mod ord">
          <ac:chgData name="Afiq Danial" userId="147273bae1026c4f" providerId="LiveId" clId="{95BD7C69-8834-45D4-9AA8-7105D731C0FF}" dt="2023-11-04T03:49:15.026" v="10751" actId="1076"/>
          <ac:picMkLst>
            <pc:docMk/>
            <pc:sldMk cId="3191700466" sldId="273"/>
            <ac:picMk id="5" creationId="{EA663790-AF26-87FF-34E8-1D4462AFDE14}"/>
          </ac:picMkLst>
        </pc:picChg>
      </pc:sldChg>
      <pc:sldChg chg="addSp delSp modSp new mod">
        <pc:chgData name="Afiq Danial" userId="147273bae1026c4f" providerId="LiveId" clId="{95BD7C69-8834-45D4-9AA8-7105D731C0FF}" dt="2023-11-04T10:39:04.849" v="13563"/>
        <pc:sldMkLst>
          <pc:docMk/>
          <pc:sldMk cId="2842539691" sldId="274"/>
        </pc:sldMkLst>
        <pc:spChg chg="add mod">
          <ac:chgData name="Afiq Danial" userId="147273bae1026c4f" providerId="LiveId" clId="{95BD7C69-8834-45D4-9AA8-7105D731C0FF}" dt="2023-11-04T08:47:36.086" v="10881"/>
          <ac:spMkLst>
            <pc:docMk/>
            <pc:sldMk cId="2842539691" sldId="274"/>
            <ac:spMk id="6" creationId="{3E6E3C71-BF9F-651F-B4BD-3AA845318F3B}"/>
          </ac:spMkLst>
        </pc:spChg>
        <pc:graphicFrameChg chg="add del mod modGraphic">
          <ac:chgData name="Afiq Danial" userId="147273bae1026c4f" providerId="LiveId" clId="{95BD7C69-8834-45D4-9AA8-7105D731C0FF}" dt="2023-11-04T03:50:25.907" v="10758" actId="478"/>
          <ac:graphicFrameMkLst>
            <pc:docMk/>
            <pc:sldMk cId="2842539691" sldId="274"/>
            <ac:graphicFrameMk id="2" creationId="{35EC44E4-9581-D9F8-FD44-6D527D8530EF}"/>
          </ac:graphicFrameMkLst>
        </pc:graphicFrameChg>
        <pc:graphicFrameChg chg="add del modGraphic">
          <ac:chgData name="Afiq Danial" userId="147273bae1026c4f" providerId="LiveId" clId="{95BD7C69-8834-45D4-9AA8-7105D731C0FF}" dt="2023-11-04T03:50:56.274" v="10760" actId="478"/>
          <ac:graphicFrameMkLst>
            <pc:docMk/>
            <pc:sldMk cId="2842539691" sldId="274"/>
            <ac:graphicFrameMk id="3" creationId="{B0B91C79-9E62-E408-B608-406F5929C72B}"/>
          </ac:graphicFrameMkLst>
        </pc:graphicFrameChg>
        <pc:graphicFrameChg chg="add del mod modGraphic">
          <ac:chgData name="Afiq Danial" userId="147273bae1026c4f" providerId="LiveId" clId="{95BD7C69-8834-45D4-9AA8-7105D731C0FF}" dt="2023-11-04T03:52:52.137" v="10766" actId="478"/>
          <ac:graphicFrameMkLst>
            <pc:docMk/>
            <pc:sldMk cId="2842539691" sldId="274"/>
            <ac:graphicFrameMk id="4" creationId="{E89C781A-988D-4DF0-E03B-DD2EE4209E0C}"/>
          </ac:graphicFrameMkLst>
        </pc:graphicFrameChg>
        <pc:graphicFrameChg chg="add mod modGraphic">
          <ac:chgData name="Afiq Danial" userId="147273bae1026c4f" providerId="LiveId" clId="{95BD7C69-8834-45D4-9AA8-7105D731C0FF}" dt="2023-11-04T10:39:04.849" v="13563"/>
          <ac:graphicFrameMkLst>
            <pc:docMk/>
            <pc:sldMk cId="2842539691" sldId="274"/>
            <ac:graphicFrameMk id="5" creationId="{5F88F18C-EED8-F392-1874-DED7DD1C2435}"/>
          </ac:graphicFrameMkLst>
        </pc:graphicFrameChg>
      </pc:sldChg>
      <pc:sldChg chg="addSp modSp new mod">
        <pc:chgData name="Afiq Danial" userId="147273bae1026c4f" providerId="LiveId" clId="{95BD7C69-8834-45D4-9AA8-7105D731C0FF}" dt="2023-11-04T10:42:12.511" v="13645" actId="20577"/>
        <pc:sldMkLst>
          <pc:docMk/>
          <pc:sldMk cId="2222684907" sldId="275"/>
        </pc:sldMkLst>
        <pc:spChg chg="add mod">
          <ac:chgData name="Afiq Danial" userId="147273bae1026c4f" providerId="LiveId" clId="{95BD7C69-8834-45D4-9AA8-7105D731C0FF}" dt="2023-11-04T10:31:48.369" v="13364" actId="20577"/>
          <ac:spMkLst>
            <pc:docMk/>
            <pc:sldMk cId="2222684907" sldId="275"/>
            <ac:spMk id="3" creationId="{8AD29E97-9145-75EA-B7D0-E2460DCF8AF2}"/>
          </ac:spMkLst>
        </pc:spChg>
        <pc:spChg chg="add mod">
          <ac:chgData name="Afiq Danial" userId="147273bae1026c4f" providerId="LiveId" clId="{95BD7C69-8834-45D4-9AA8-7105D731C0FF}" dt="2023-11-04T10:42:12.511" v="13645" actId="20577"/>
          <ac:spMkLst>
            <pc:docMk/>
            <pc:sldMk cId="2222684907" sldId="275"/>
            <ac:spMk id="4" creationId="{A225ADFA-8F69-8A20-9265-2622F9ED1F65}"/>
          </ac:spMkLst>
        </pc:spChg>
      </pc:sldChg>
      <pc:sldChg chg="addSp delSp modSp new mod">
        <pc:chgData name="Afiq Danial" userId="147273bae1026c4f" providerId="LiveId" clId="{95BD7C69-8834-45D4-9AA8-7105D731C0FF}" dt="2023-11-04T10:48:28.745" v="13856" actId="1076"/>
        <pc:sldMkLst>
          <pc:docMk/>
          <pc:sldMk cId="1250947153" sldId="276"/>
        </pc:sldMkLst>
        <pc:spChg chg="add del">
          <ac:chgData name="Afiq Danial" userId="147273bae1026c4f" providerId="LiveId" clId="{95BD7C69-8834-45D4-9AA8-7105D731C0FF}" dt="2023-11-04T10:44:31.269" v="13648" actId="22"/>
          <ac:spMkLst>
            <pc:docMk/>
            <pc:sldMk cId="1250947153" sldId="276"/>
            <ac:spMk id="3" creationId="{4A995AE2-5045-EF87-65B4-25D38BFD756A}"/>
          </ac:spMkLst>
        </pc:spChg>
        <pc:spChg chg="add mod">
          <ac:chgData name="Afiq Danial" userId="147273bae1026c4f" providerId="LiveId" clId="{95BD7C69-8834-45D4-9AA8-7105D731C0FF}" dt="2023-11-04T10:45:22.434" v="13688" actId="1076"/>
          <ac:spMkLst>
            <pc:docMk/>
            <pc:sldMk cId="1250947153" sldId="276"/>
            <ac:spMk id="5" creationId="{DA758C94-6645-60C8-D770-C15BF8058EB6}"/>
          </ac:spMkLst>
        </pc:spChg>
        <pc:graphicFrameChg chg="add mod modGraphic">
          <ac:chgData name="Afiq Danial" userId="147273bae1026c4f" providerId="LiveId" clId="{95BD7C69-8834-45D4-9AA8-7105D731C0FF}" dt="2023-11-04T10:48:28.745" v="13856" actId="1076"/>
          <ac:graphicFrameMkLst>
            <pc:docMk/>
            <pc:sldMk cId="1250947153" sldId="276"/>
            <ac:graphicFrameMk id="6" creationId="{D977BDB4-CFDF-8B3E-8AC2-B363BCFF7506}"/>
          </ac:graphicFrameMkLst>
        </pc:graphicFrameChg>
      </pc:sldChg>
      <pc:sldMasterChg chg="modTransition modSldLayout">
        <pc:chgData name="Afiq Danial" userId="147273bae1026c4f" providerId="LiveId" clId="{95BD7C69-8834-45D4-9AA8-7105D731C0FF}" dt="2023-11-01T15:04:45.825" v="1054"/>
        <pc:sldMasterMkLst>
          <pc:docMk/>
          <pc:sldMasterMk cId="1726708035" sldId="2147483790"/>
        </pc:sldMasterMkLst>
        <pc:sldLayoutChg chg="modTransition">
          <pc:chgData name="Afiq Danial" userId="147273bae1026c4f" providerId="LiveId" clId="{95BD7C69-8834-45D4-9AA8-7105D731C0FF}" dt="2023-11-01T15:04:45.825" v="1054"/>
          <pc:sldLayoutMkLst>
            <pc:docMk/>
            <pc:sldMasterMk cId="1726708035" sldId="2147483790"/>
            <pc:sldLayoutMk cId="1423998580" sldId="2147483791"/>
          </pc:sldLayoutMkLst>
        </pc:sldLayoutChg>
        <pc:sldLayoutChg chg="modTransition">
          <pc:chgData name="Afiq Danial" userId="147273bae1026c4f" providerId="LiveId" clId="{95BD7C69-8834-45D4-9AA8-7105D731C0FF}" dt="2023-11-01T15:04:45.825" v="1054"/>
          <pc:sldLayoutMkLst>
            <pc:docMk/>
            <pc:sldMasterMk cId="1726708035" sldId="2147483790"/>
            <pc:sldLayoutMk cId="63866182" sldId="2147483792"/>
          </pc:sldLayoutMkLst>
        </pc:sldLayoutChg>
        <pc:sldLayoutChg chg="modTransition">
          <pc:chgData name="Afiq Danial" userId="147273bae1026c4f" providerId="LiveId" clId="{95BD7C69-8834-45D4-9AA8-7105D731C0FF}" dt="2023-11-01T15:04:45.825" v="1054"/>
          <pc:sldLayoutMkLst>
            <pc:docMk/>
            <pc:sldMasterMk cId="1726708035" sldId="2147483790"/>
            <pc:sldLayoutMk cId="738304411" sldId="2147483793"/>
          </pc:sldLayoutMkLst>
        </pc:sldLayoutChg>
        <pc:sldLayoutChg chg="modTransition">
          <pc:chgData name="Afiq Danial" userId="147273bae1026c4f" providerId="LiveId" clId="{95BD7C69-8834-45D4-9AA8-7105D731C0FF}" dt="2023-11-01T15:04:45.825" v="1054"/>
          <pc:sldLayoutMkLst>
            <pc:docMk/>
            <pc:sldMasterMk cId="1726708035" sldId="2147483790"/>
            <pc:sldLayoutMk cId="2883026811" sldId="2147483794"/>
          </pc:sldLayoutMkLst>
        </pc:sldLayoutChg>
        <pc:sldLayoutChg chg="modTransition">
          <pc:chgData name="Afiq Danial" userId="147273bae1026c4f" providerId="LiveId" clId="{95BD7C69-8834-45D4-9AA8-7105D731C0FF}" dt="2023-11-01T15:04:45.825" v="1054"/>
          <pc:sldLayoutMkLst>
            <pc:docMk/>
            <pc:sldMasterMk cId="1726708035" sldId="2147483790"/>
            <pc:sldLayoutMk cId="1103902533" sldId="2147483795"/>
          </pc:sldLayoutMkLst>
        </pc:sldLayoutChg>
        <pc:sldLayoutChg chg="modTransition">
          <pc:chgData name="Afiq Danial" userId="147273bae1026c4f" providerId="LiveId" clId="{95BD7C69-8834-45D4-9AA8-7105D731C0FF}" dt="2023-11-01T15:04:45.825" v="1054"/>
          <pc:sldLayoutMkLst>
            <pc:docMk/>
            <pc:sldMasterMk cId="1726708035" sldId="2147483790"/>
            <pc:sldLayoutMk cId="3061101251" sldId="2147483796"/>
          </pc:sldLayoutMkLst>
        </pc:sldLayoutChg>
        <pc:sldLayoutChg chg="modTransition">
          <pc:chgData name="Afiq Danial" userId="147273bae1026c4f" providerId="LiveId" clId="{95BD7C69-8834-45D4-9AA8-7105D731C0FF}" dt="2023-11-01T15:04:45.825" v="1054"/>
          <pc:sldLayoutMkLst>
            <pc:docMk/>
            <pc:sldMasterMk cId="1726708035" sldId="2147483790"/>
            <pc:sldLayoutMk cId="1148888411" sldId="2147483797"/>
          </pc:sldLayoutMkLst>
        </pc:sldLayoutChg>
        <pc:sldLayoutChg chg="modTransition">
          <pc:chgData name="Afiq Danial" userId="147273bae1026c4f" providerId="LiveId" clId="{95BD7C69-8834-45D4-9AA8-7105D731C0FF}" dt="2023-11-01T15:04:45.825" v="1054"/>
          <pc:sldLayoutMkLst>
            <pc:docMk/>
            <pc:sldMasterMk cId="1726708035" sldId="2147483790"/>
            <pc:sldLayoutMk cId="4108814584" sldId="2147483798"/>
          </pc:sldLayoutMkLst>
        </pc:sldLayoutChg>
        <pc:sldLayoutChg chg="modTransition">
          <pc:chgData name="Afiq Danial" userId="147273bae1026c4f" providerId="LiveId" clId="{95BD7C69-8834-45D4-9AA8-7105D731C0FF}" dt="2023-11-01T15:04:45.825" v="1054"/>
          <pc:sldLayoutMkLst>
            <pc:docMk/>
            <pc:sldMasterMk cId="1726708035" sldId="2147483790"/>
            <pc:sldLayoutMk cId="1037540045" sldId="2147483799"/>
          </pc:sldLayoutMkLst>
        </pc:sldLayoutChg>
      </pc:sldMasterChg>
      <pc:sldMasterChg chg="modTransition modSldLayout">
        <pc:chgData name="Afiq Danial" userId="147273bae1026c4f" providerId="LiveId" clId="{95BD7C69-8834-45D4-9AA8-7105D731C0FF}" dt="2023-11-01T15:07:16.723" v="1059"/>
        <pc:sldMasterMkLst>
          <pc:docMk/>
          <pc:sldMasterMk cId="862000244" sldId="2147483802"/>
        </pc:sldMasterMkLst>
        <pc:sldLayoutChg chg="modTransition">
          <pc:chgData name="Afiq Danial" userId="147273bae1026c4f" providerId="LiveId" clId="{95BD7C69-8834-45D4-9AA8-7105D731C0FF}" dt="2023-11-01T15:07:16.723" v="1059"/>
          <pc:sldLayoutMkLst>
            <pc:docMk/>
            <pc:sldMasterMk cId="862000244" sldId="2147483802"/>
            <pc:sldLayoutMk cId="1458420061" sldId="2147483803"/>
          </pc:sldLayoutMkLst>
        </pc:sldLayoutChg>
        <pc:sldLayoutChg chg="modTransition">
          <pc:chgData name="Afiq Danial" userId="147273bae1026c4f" providerId="LiveId" clId="{95BD7C69-8834-45D4-9AA8-7105D731C0FF}" dt="2023-11-01T15:07:16.723" v="1059"/>
          <pc:sldLayoutMkLst>
            <pc:docMk/>
            <pc:sldMasterMk cId="862000244" sldId="2147483802"/>
            <pc:sldLayoutMk cId="2722909195" sldId="2147483804"/>
          </pc:sldLayoutMkLst>
        </pc:sldLayoutChg>
        <pc:sldLayoutChg chg="modTransition">
          <pc:chgData name="Afiq Danial" userId="147273bae1026c4f" providerId="LiveId" clId="{95BD7C69-8834-45D4-9AA8-7105D731C0FF}" dt="2023-11-01T15:07:16.723" v="1059"/>
          <pc:sldLayoutMkLst>
            <pc:docMk/>
            <pc:sldMasterMk cId="862000244" sldId="2147483802"/>
            <pc:sldLayoutMk cId="1992642043" sldId="2147483805"/>
          </pc:sldLayoutMkLst>
        </pc:sldLayoutChg>
        <pc:sldLayoutChg chg="modTransition">
          <pc:chgData name="Afiq Danial" userId="147273bae1026c4f" providerId="LiveId" clId="{95BD7C69-8834-45D4-9AA8-7105D731C0FF}" dt="2023-11-01T15:07:16.723" v="1059"/>
          <pc:sldLayoutMkLst>
            <pc:docMk/>
            <pc:sldMasterMk cId="862000244" sldId="2147483802"/>
            <pc:sldLayoutMk cId="841965230" sldId="2147483806"/>
          </pc:sldLayoutMkLst>
        </pc:sldLayoutChg>
        <pc:sldLayoutChg chg="modTransition">
          <pc:chgData name="Afiq Danial" userId="147273bae1026c4f" providerId="LiveId" clId="{95BD7C69-8834-45D4-9AA8-7105D731C0FF}" dt="2023-11-01T15:07:16.723" v="1059"/>
          <pc:sldLayoutMkLst>
            <pc:docMk/>
            <pc:sldMasterMk cId="862000244" sldId="2147483802"/>
            <pc:sldLayoutMk cId="3253613006" sldId="2147483808"/>
          </pc:sldLayoutMkLst>
        </pc:sldLayoutChg>
        <pc:sldLayoutChg chg="modTransition">
          <pc:chgData name="Afiq Danial" userId="147273bae1026c4f" providerId="LiveId" clId="{95BD7C69-8834-45D4-9AA8-7105D731C0FF}" dt="2023-11-01T15:07:16.723" v="1059"/>
          <pc:sldLayoutMkLst>
            <pc:docMk/>
            <pc:sldMasterMk cId="862000244" sldId="2147483802"/>
            <pc:sldLayoutMk cId="4094744502" sldId="2147483809"/>
          </pc:sldLayoutMkLst>
        </pc:sldLayoutChg>
        <pc:sldLayoutChg chg="modTransition">
          <pc:chgData name="Afiq Danial" userId="147273bae1026c4f" providerId="LiveId" clId="{95BD7C69-8834-45D4-9AA8-7105D731C0FF}" dt="2023-11-01T15:07:16.723" v="1059"/>
          <pc:sldLayoutMkLst>
            <pc:docMk/>
            <pc:sldMasterMk cId="862000244" sldId="2147483802"/>
            <pc:sldLayoutMk cId="3438978628" sldId="2147483810"/>
          </pc:sldLayoutMkLst>
        </pc:sldLayoutChg>
        <pc:sldLayoutChg chg="modTransition">
          <pc:chgData name="Afiq Danial" userId="147273bae1026c4f" providerId="LiveId" clId="{95BD7C69-8834-45D4-9AA8-7105D731C0FF}" dt="2023-11-01T15:07:16.723" v="1059"/>
          <pc:sldLayoutMkLst>
            <pc:docMk/>
            <pc:sldMasterMk cId="862000244" sldId="2147483802"/>
            <pc:sldLayoutMk cId="1183105227" sldId="2147483811"/>
          </pc:sldLayoutMkLst>
        </pc:sldLayoutChg>
      </pc:sldMasterChg>
      <pc:sldMasterChg chg="modTransition modSldLayout">
        <pc:chgData name="Afiq Danial" userId="147273bae1026c4f" providerId="LiveId" clId="{95BD7C69-8834-45D4-9AA8-7105D731C0FF}" dt="2023-11-01T15:07:05.468" v="1058"/>
        <pc:sldMasterMkLst>
          <pc:docMk/>
          <pc:sldMasterMk cId="1902221597" sldId="2147483802"/>
        </pc:sldMasterMkLst>
        <pc:sldLayoutChg chg="modTransition">
          <pc:chgData name="Afiq Danial" userId="147273bae1026c4f" providerId="LiveId" clId="{95BD7C69-8834-45D4-9AA8-7105D731C0FF}" dt="2023-11-01T15:07:05.468" v="1058"/>
          <pc:sldLayoutMkLst>
            <pc:docMk/>
            <pc:sldMasterMk cId="1902221597" sldId="2147483802"/>
            <pc:sldLayoutMk cId="3493615215" sldId="2147483803"/>
          </pc:sldLayoutMkLst>
        </pc:sldLayoutChg>
        <pc:sldLayoutChg chg="modTransition">
          <pc:chgData name="Afiq Danial" userId="147273bae1026c4f" providerId="LiveId" clId="{95BD7C69-8834-45D4-9AA8-7105D731C0FF}" dt="2023-11-01T15:07:05.468" v="1058"/>
          <pc:sldLayoutMkLst>
            <pc:docMk/>
            <pc:sldMasterMk cId="1902221597" sldId="2147483802"/>
            <pc:sldLayoutMk cId="639008133" sldId="2147483804"/>
          </pc:sldLayoutMkLst>
        </pc:sldLayoutChg>
        <pc:sldLayoutChg chg="modTransition">
          <pc:chgData name="Afiq Danial" userId="147273bae1026c4f" providerId="LiveId" clId="{95BD7C69-8834-45D4-9AA8-7105D731C0FF}" dt="2023-11-01T15:07:05.468" v="1058"/>
          <pc:sldLayoutMkLst>
            <pc:docMk/>
            <pc:sldMasterMk cId="1902221597" sldId="2147483802"/>
            <pc:sldLayoutMk cId="2104516521" sldId="2147483805"/>
          </pc:sldLayoutMkLst>
        </pc:sldLayoutChg>
        <pc:sldLayoutChg chg="modTransition">
          <pc:chgData name="Afiq Danial" userId="147273bae1026c4f" providerId="LiveId" clId="{95BD7C69-8834-45D4-9AA8-7105D731C0FF}" dt="2023-11-01T15:07:05.468" v="1058"/>
          <pc:sldLayoutMkLst>
            <pc:docMk/>
            <pc:sldMasterMk cId="1902221597" sldId="2147483802"/>
            <pc:sldLayoutMk cId="1841759207" sldId="2147483806"/>
          </pc:sldLayoutMkLst>
        </pc:sldLayoutChg>
        <pc:sldLayoutChg chg="modTransition">
          <pc:chgData name="Afiq Danial" userId="147273bae1026c4f" providerId="LiveId" clId="{95BD7C69-8834-45D4-9AA8-7105D731C0FF}" dt="2023-11-01T15:07:05.468" v="1058"/>
          <pc:sldLayoutMkLst>
            <pc:docMk/>
            <pc:sldMasterMk cId="1902221597" sldId="2147483802"/>
            <pc:sldLayoutMk cId="3311746373" sldId="2147483807"/>
          </pc:sldLayoutMkLst>
        </pc:sldLayoutChg>
        <pc:sldLayoutChg chg="modTransition">
          <pc:chgData name="Afiq Danial" userId="147273bae1026c4f" providerId="LiveId" clId="{95BD7C69-8834-45D4-9AA8-7105D731C0FF}" dt="2023-11-01T15:07:05.468" v="1058"/>
          <pc:sldLayoutMkLst>
            <pc:docMk/>
            <pc:sldMasterMk cId="1902221597" sldId="2147483802"/>
            <pc:sldLayoutMk cId="4006449947" sldId="2147483808"/>
          </pc:sldLayoutMkLst>
        </pc:sldLayoutChg>
        <pc:sldLayoutChg chg="modTransition">
          <pc:chgData name="Afiq Danial" userId="147273bae1026c4f" providerId="LiveId" clId="{95BD7C69-8834-45D4-9AA8-7105D731C0FF}" dt="2023-11-01T15:07:05.468" v="1058"/>
          <pc:sldLayoutMkLst>
            <pc:docMk/>
            <pc:sldMasterMk cId="1902221597" sldId="2147483802"/>
            <pc:sldLayoutMk cId="1567548319" sldId="2147483809"/>
          </pc:sldLayoutMkLst>
        </pc:sldLayoutChg>
        <pc:sldLayoutChg chg="modTransition">
          <pc:chgData name="Afiq Danial" userId="147273bae1026c4f" providerId="LiveId" clId="{95BD7C69-8834-45D4-9AA8-7105D731C0FF}" dt="2023-11-01T15:07:05.468" v="1058"/>
          <pc:sldLayoutMkLst>
            <pc:docMk/>
            <pc:sldMasterMk cId="1902221597" sldId="2147483802"/>
            <pc:sldLayoutMk cId="4152276797" sldId="2147483810"/>
          </pc:sldLayoutMkLst>
        </pc:sldLayoutChg>
        <pc:sldLayoutChg chg="modTransition">
          <pc:chgData name="Afiq Danial" userId="147273bae1026c4f" providerId="LiveId" clId="{95BD7C69-8834-45D4-9AA8-7105D731C0FF}" dt="2023-11-01T15:07:05.468" v="1058"/>
          <pc:sldLayoutMkLst>
            <pc:docMk/>
            <pc:sldMasterMk cId="1902221597" sldId="2147483802"/>
            <pc:sldLayoutMk cId="3597281825" sldId="2147483811"/>
          </pc:sldLayoutMkLst>
        </pc:sldLayoutChg>
      </pc:sldMasterChg>
      <pc:sldMasterChg chg="modTransition modSldLayout">
        <pc:chgData name="Afiq Danial" userId="147273bae1026c4f" providerId="LiveId" clId="{95BD7C69-8834-45D4-9AA8-7105D731C0FF}" dt="2023-11-01T15:14:30.560" v="1294"/>
        <pc:sldMasterMkLst>
          <pc:docMk/>
          <pc:sldMasterMk cId="2898238119" sldId="2147483814"/>
        </pc:sldMasterMkLst>
        <pc:sldLayoutChg chg="modTransition">
          <pc:chgData name="Afiq Danial" userId="147273bae1026c4f" providerId="LiveId" clId="{95BD7C69-8834-45D4-9AA8-7105D731C0FF}" dt="2023-11-01T15:14:30.560" v="1294"/>
          <pc:sldLayoutMkLst>
            <pc:docMk/>
            <pc:sldMasterMk cId="2898238119" sldId="2147483814"/>
            <pc:sldLayoutMk cId="271230099" sldId="2147483815"/>
          </pc:sldLayoutMkLst>
        </pc:sldLayoutChg>
        <pc:sldLayoutChg chg="modTransition">
          <pc:chgData name="Afiq Danial" userId="147273bae1026c4f" providerId="LiveId" clId="{95BD7C69-8834-45D4-9AA8-7105D731C0FF}" dt="2023-11-01T15:14:30.560" v="1294"/>
          <pc:sldLayoutMkLst>
            <pc:docMk/>
            <pc:sldMasterMk cId="2898238119" sldId="2147483814"/>
            <pc:sldLayoutMk cId="1123934431" sldId="2147483816"/>
          </pc:sldLayoutMkLst>
        </pc:sldLayoutChg>
        <pc:sldLayoutChg chg="modTransition">
          <pc:chgData name="Afiq Danial" userId="147273bae1026c4f" providerId="LiveId" clId="{95BD7C69-8834-45D4-9AA8-7105D731C0FF}" dt="2023-11-01T15:14:30.560" v="1294"/>
          <pc:sldLayoutMkLst>
            <pc:docMk/>
            <pc:sldMasterMk cId="2898238119" sldId="2147483814"/>
            <pc:sldLayoutMk cId="2891138805" sldId="2147483817"/>
          </pc:sldLayoutMkLst>
        </pc:sldLayoutChg>
        <pc:sldLayoutChg chg="modTransition">
          <pc:chgData name="Afiq Danial" userId="147273bae1026c4f" providerId="LiveId" clId="{95BD7C69-8834-45D4-9AA8-7105D731C0FF}" dt="2023-11-01T15:14:30.560" v="1294"/>
          <pc:sldLayoutMkLst>
            <pc:docMk/>
            <pc:sldMasterMk cId="2898238119" sldId="2147483814"/>
            <pc:sldLayoutMk cId="529770531" sldId="2147483818"/>
          </pc:sldLayoutMkLst>
        </pc:sldLayoutChg>
        <pc:sldLayoutChg chg="modTransition">
          <pc:chgData name="Afiq Danial" userId="147273bae1026c4f" providerId="LiveId" clId="{95BD7C69-8834-45D4-9AA8-7105D731C0FF}" dt="2023-11-01T15:14:30.560" v="1294"/>
          <pc:sldLayoutMkLst>
            <pc:docMk/>
            <pc:sldMasterMk cId="2898238119" sldId="2147483814"/>
            <pc:sldLayoutMk cId="789377576" sldId="2147483820"/>
          </pc:sldLayoutMkLst>
        </pc:sldLayoutChg>
        <pc:sldLayoutChg chg="modTransition">
          <pc:chgData name="Afiq Danial" userId="147273bae1026c4f" providerId="LiveId" clId="{95BD7C69-8834-45D4-9AA8-7105D731C0FF}" dt="2023-11-01T15:14:30.560" v="1294"/>
          <pc:sldLayoutMkLst>
            <pc:docMk/>
            <pc:sldMasterMk cId="2898238119" sldId="2147483814"/>
            <pc:sldLayoutMk cId="1038911702" sldId="2147483821"/>
          </pc:sldLayoutMkLst>
        </pc:sldLayoutChg>
        <pc:sldLayoutChg chg="modTransition">
          <pc:chgData name="Afiq Danial" userId="147273bae1026c4f" providerId="LiveId" clId="{95BD7C69-8834-45D4-9AA8-7105D731C0FF}" dt="2023-11-01T15:14:30.560" v="1294"/>
          <pc:sldLayoutMkLst>
            <pc:docMk/>
            <pc:sldMasterMk cId="2898238119" sldId="2147483814"/>
            <pc:sldLayoutMk cId="381108058" sldId="2147483822"/>
          </pc:sldLayoutMkLst>
        </pc:sldLayoutChg>
        <pc:sldLayoutChg chg="modTransition">
          <pc:chgData name="Afiq Danial" userId="147273bae1026c4f" providerId="LiveId" clId="{95BD7C69-8834-45D4-9AA8-7105D731C0FF}" dt="2023-11-01T15:14:30.560" v="1294"/>
          <pc:sldLayoutMkLst>
            <pc:docMk/>
            <pc:sldMasterMk cId="2898238119" sldId="2147483814"/>
            <pc:sldLayoutMk cId="2573398082" sldId="2147483823"/>
          </pc:sldLayoutMkLst>
        </pc:sldLayoutChg>
      </pc:sldMasterChg>
      <pc:sldMasterChg chg="modTransition modSldLayout">
        <pc:chgData name="Afiq Danial" userId="147273bae1026c4f" providerId="LiveId" clId="{95BD7C69-8834-45D4-9AA8-7105D731C0FF}" dt="2023-11-01T15:14:32.209" v="1295"/>
        <pc:sldMasterMkLst>
          <pc:docMk/>
          <pc:sldMasterMk cId="1370010500" sldId="2147483826"/>
        </pc:sldMasterMkLst>
        <pc:sldLayoutChg chg="modTransition">
          <pc:chgData name="Afiq Danial" userId="147273bae1026c4f" providerId="LiveId" clId="{95BD7C69-8834-45D4-9AA8-7105D731C0FF}" dt="2023-11-01T15:14:32.209" v="1295"/>
          <pc:sldLayoutMkLst>
            <pc:docMk/>
            <pc:sldMasterMk cId="1370010500" sldId="2147483826"/>
            <pc:sldLayoutMk cId="2092230658" sldId="2147483827"/>
          </pc:sldLayoutMkLst>
        </pc:sldLayoutChg>
        <pc:sldLayoutChg chg="modTransition">
          <pc:chgData name="Afiq Danial" userId="147273bae1026c4f" providerId="LiveId" clId="{95BD7C69-8834-45D4-9AA8-7105D731C0FF}" dt="2023-11-01T15:14:32.209" v="1295"/>
          <pc:sldLayoutMkLst>
            <pc:docMk/>
            <pc:sldMasterMk cId="1370010500" sldId="2147483826"/>
            <pc:sldLayoutMk cId="1226954055" sldId="2147483828"/>
          </pc:sldLayoutMkLst>
        </pc:sldLayoutChg>
        <pc:sldLayoutChg chg="modTransition">
          <pc:chgData name="Afiq Danial" userId="147273bae1026c4f" providerId="LiveId" clId="{95BD7C69-8834-45D4-9AA8-7105D731C0FF}" dt="2023-11-01T15:14:32.209" v="1295"/>
          <pc:sldLayoutMkLst>
            <pc:docMk/>
            <pc:sldMasterMk cId="1370010500" sldId="2147483826"/>
            <pc:sldLayoutMk cId="2549459810" sldId="2147483829"/>
          </pc:sldLayoutMkLst>
        </pc:sldLayoutChg>
        <pc:sldLayoutChg chg="modTransition">
          <pc:chgData name="Afiq Danial" userId="147273bae1026c4f" providerId="LiveId" clId="{95BD7C69-8834-45D4-9AA8-7105D731C0FF}" dt="2023-11-01T15:14:32.209" v="1295"/>
          <pc:sldLayoutMkLst>
            <pc:docMk/>
            <pc:sldMasterMk cId="1370010500" sldId="2147483826"/>
            <pc:sldLayoutMk cId="4070597617" sldId="2147483830"/>
          </pc:sldLayoutMkLst>
        </pc:sldLayoutChg>
        <pc:sldLayoutChg chg="modTransition">
          <pc:chgData name="Afiq Danial" userId="147273bae1026c4f" providerId="LiveId" clId="{95BD7C69-8834-45D4-9AA8-7105D731C0FF}" dt="2023-11-01T15:14:32.209" v="1295"/>
          <pc:sldLayoutMkLst>
            <pc:docMk/>
            <pc:sldMasterMk cId="1370010500" sldId="2147483826"/>
            <pc:sldLayoutMk cId="2365774599" sldId="2147483832"/>
          </pc:sldLayoutMkLst>
        </pc:sldLayoutChg>
        <pc:sldLayoutChg chg="modTransition">
          <pc:chgData name="Afiq Danial" userId="147273bae1026c4f" providerId="LiveId" clId="{95BD7C69-8834-45D4-9AA8-7105D731C0FF}" dt="2023-11-01T15:14:32.209" v="1295"/>
          <pc:sldLayoutMkLst>
            <pc:docMk/>
            <pc:sldMasterMk cId="1370010500" sldId="2147483826"/>
            <pc:sldLayoutMk cId="3900224000" sldId="2147483833"/>
          </pc:sldLayoutMkLst>
        </pc:sldLayoutChg>
        <pc:sldLayoutChg chg="modTransition">
          <pc:chgData name="Afiq Danial" userId="147273bae1026c4f" providerId="LiveId" clId="{95BD7C69-8834-45D4-9AA8-7105D731C0FF}" dt="2023-11-01T15:14:32.209" v="1295"/>
          <pc:sldLayoutMkLst>
            <pc:docMk/>
            <pc:sldMasterMk cId="1370010500" sldId="2147483826"/>
            <pc:sldLayoutMk cId="1679668110" sldId="2147483834"/>
          </pc:sldLayoutMkLst>
        </pc:sldLayoutChg>
        <pc:sldLayoutChg chg="modTransition">
          <pc:chgData name="Afiq Danial" userId="147273bae1026c4f" providerId="LiveId" clId="{95BD7C69-8834-45D4-9AA8-7105D731C0FF}" dt="2023-11-01T15:14:32.209" v="1295"/>
          <pc:sldLayoutMkLst>
            <pc:docMk/>
            <pc:sldMasterMk cId="1370010500" sldId="2147483826"/>
            <pc:sldLayoutMk cId="567222127" sldId="2147483835"/>
          </pc:sldLayoutMkLst>
        </pc:sldLayoutChg>
      </pc:sldMasterChg>
      <pc:sldMasterChg chg="modTransition modSldLayout">
        <pc:chgData name="Afiq Danial" userId="147273bae1026c4f" providerId="LiveId" clId="{95BD7C69-8834-45D4-9AA8-7105D731C0FF}" dt="2023-11-01T15:14:33.792" v="1296"/>
        <pc:sldMasterMkLst>
          <pc:docMk/>
          <pc:sldMasterMk cId="611483716" sldId="2147483838"/>
        </pc:sldMasterMkLst>
        <pc:sldLayoutChg chg="modTransition">
          <pc:chgData name="Afiq Danial" userId="147273bae1026c4f" providerId="LiveId" clId="{95BD7C69-8834-45D4-9AA8-7105D731C0FF}" dt="2023-11-01T15:14:33.792" v="1296"/>
          <pc:sldLayoutMkLst>
            <pc:docMk/>
            <pc:sldMasterMk cId="611483716" sldId="2147483838"/>
            <pc:sldLayoutMk cId="1920054304" sldId="2147483839"/>
          </pc:sldLayoutMkLst>
        </pc:sldLayoutChg>
        <pc:sldLayoutChg chg="modTransition">
          <pc:chgData name="Afiq Danial" userId="147273bae1026c4f" providerId="LiveId" clId="{95BD7C69-8834-45D4-9AA8-7105D731C0FF}" dt="2023-11-01T15:14:33.792" v="1296"/>
          <pc:sldLayoutMkLst>
            <pc:docMk/>
            <pc:sldMasterMk cId="611483716" sldId="2147483838"/>
            <pc:sldLayoutMk cId="1851432803" sldId="2147483840"/>
          </pc:sldLayoutMkLst>
        </pc:sldLayoutChg>
        <pc:sldLayoutChg chg="modTransition">
          <pc:chgData name="Afiq Danial" userId="147273bae1026c4f" providerId="LiveId" clId="{95BD7C69-8834-45D4-9AA8-7105D731C0FF}" dt="2023-11-01T15:14:33.792" v="1296"/>
          <pc:sldLayoutMkLst>
            <pc:docMk/>
            <pc:sldMasterMk cId="611483716" sldId="2147483838"/>
            <pc:sldLayoutMk cId="2810574605" sldId="2147483841"/>
          </pc:sldLayoutMkLst>
        </pc:sldLayoutChg>
        <pc:sldLayoutChg chg="modTransition">
          <pc:chgData name="Afiq Danial" userId="147273bae1026c4f" providerId="LiveId" clId="{95BD7C69-8834-45D4-9AA8-7105D731C0FF}" dt="2023-11-01T15:14:33.792" v="1296"/>
          <pc:sldLayoutMkLst>
            <pc:docMk/>
            <pc:sldMasterMk cId="611483716" sldId="2147483838"/>
            <pc:sldLayoutMk cId="3016226086" sldId="2147483842"/>
          </pc:sldLayoutMkLst>
        </pc:sldLayoutChg>
        <pc:sldLayoutChg chg="modTransition">
          <pc:chgData name="Afiq Danial" userId="147273bae1026c4f" providerId="LiveId" clId="{95BD7C69-8834-45D4-9AA8-7105D731C0FF}" dt="2023-11-01T15:14:33.792" v="1296"/>
          <pc:sldLayoutMkLst>
            <pc:docMk/>
            <pc:sldMasterMk cId="611483716" sldId="2147483838"/>
            <pc:sldLayoutMk cId="3334515404" sldId="2147483844"/>
          </pc:sldLayoutMkLst>
        </pc:sldLayoutChg>
        <pc:sldLayoutChg chg="modTransition">
          <pc:chgData name="Afiq Danial" userId="147273bae1026c4f" providerId="LiveId" clId="{95BD7C69-8834-45D4-9AA8-7105D731C0FF}" dt="2023-11-01T15:14:33.792" v="1296"/>
          <pc:sldLayoutMkLst>
            <pc:docMk/>
            <pc:sldMasterMk cId="611483716" sldId="2147483838"/>
            <pc:sldLayoutMk cId="1216147665" sldId="2147483845"/>
          </pc:sldLayoutMkLst>
        </pc:sldLayoutChg>
        <pc:sldLayoutChg chg="modTransition">
          <pc:chgData name="Afiq Danial" userId="147273bae1026c4f" providerId="LiveId" clId="{95BD7C69-8834-45D4-9AA8-7105D731C0FF}" dt="2023-11-01T15:14:33.792" v="1296"/>
          <pc:sldLayoutMkLst>
            <pc:docMk/>
            <pc:sldMasterMk cId="611483716" sldId="2147483838"/>
            <pc:sldLayoutMk cId="1232939719" sldId="2147483846"/>
          </pc:sldLayoutMkLst>
        </pc:sldLayoutChg>
        <pc:sldLayoutChg chg="modTransition">
          <pc:chgData name="Afiq Danial" userId="147273bae1026c4f" providerId="LiveId" clId="{95BD7C69-8834-45D4-9AA8-7105D731C0FF}" dt="2023-11-01T15:14:33.792" v="1296"/>
          <pc:sldLayoutMkLst>
            <pc:docMk/>
            <pc:sldMasterMk cId="611483716" sldId="2147483838"/>
            <pc:sldLayoutMk cId="1920138801" sldId="2147483847"/>
          </pc:sldLayoutMkLst>
        </pc:sldLayoutChg>
      </pc:sldMasterChg>
      <pc:sldMasterChg chg="modTransition modSldLayout">
        <pc:chgData name="Afiq Danial" userId="147273bae1026c4f" providerId="LiveId" clId="{95BD7C69-8834-45D4-9AA8-7105D731C0FF}" dt="2023-11-01T15:14:36.526" v="1297"/>
        <pc:sldMasterMkLst>
          <pc:docMk/>
          <pc:sldMasterMk cId="996099403" sldId="2147483850"/>
        </pc:sldMasterMkLst>
        <pc:sldLayoutChg chg="modTransition">
          <pc:chgData name="Afiq Danial" userId="147273bae1026c4f" providerId="LiveId" clId="{95BD7C69-8834-45D4-9AA8-7105D731C0FF}" dt="2023-11-01T15:14:36.526" v="1297"/>
          <pc:sldLayoutMkLst>
            <pc:docMk/>
            <pc:sldMasterMk cId="996099403" sldId="2147483850"/>
            <pc:sldLayoutMk cId="749765733" sldId="2147483851"/>
          </pc:sldLayoutMkLst>
        </pc:sldLayoutChg>
        <pc:sldLayoutChg chg="modTransition">
          <pc:chgData name="Afiq Danial" userId="147273bae1026c4f" providerId="LiveId" clId="{95BD7C69-8834-45D4-9AA8-7105D731C0FF}" dt="2023-11-01T15:14:36.526" v="1297"/>
          <pc:sldLayoutMkLst>
            <pc:docMk/>
            <pc:sldMasterMk cId="996099403" sldId="2147483850"/>
            <pc:sldLayoutMk cId="1816070745" sldId="2147483852"/>
          </pc:sldLayoutMkLst>
        </pc:sldLayoutChg>
        <pc:sldLayoutChg chg="modTransition">
          <pc:chgData name="Afiq Danial" userId="147273bae1026c4f" providerId="LiveId" clId="{95BD7C69-8834-45D4-9AA8-7105D731C0FF}" dt="2023-11-01T15:14:36.526" v="1297"/>
          <pc:sldLayoutMkLst>
            <pc:docMk/>
            <pc:sldMasterMk cId="996099403" sldId="2147483850"/>
            <pc:sldLayoutMk cId="3948000873" sldId="2147483853"/>
          </pc:sldLayoutMkLst>
        </pc:sldLayoutChg>
        <pc:sldLayoutChg chg="modTransition">
          <pc:chgData name="Afiq Danial" userId="147273bae1026c4f" providerId="LiveId" clId="{95BD7C69-8834-45D4-9AA8-7105D731C0FF}" dt="2023-11-01T15:14:36.526" v="1297"/>
          <pc:sldLayoutMkLst>
            <pc:docMk/>
            <pc:sldMasterMk cId="996099403" sldId="2147483850"/>
            <pc:sldLayoutMk cId="1197972479" sldId="2147483854"/>
          </pc:sldLayoutMkLst>
        </pc:sldLayoutChg>
        <pc:sldLayoutChg chg="modTransition">
          <pc:chgData name="Afiq Danial" userId="147273bae1026c4f" providerId="LiveId" clId="{95BD7C69-8834-45D4-9AA8-7105D731C0FF}" dt="2023-11-01T15:14:36.526" v="1297"/>
          <pc:sldLayoutMkLst>
            <pc:docMk/>
            <pc:sldMasterMk cId="996099403" sldId="2147483850"/>
            <pc:sldLayoutMk cId="276257763" sldId="2147483856"/>
          </pc:sldLayoutMkLst>
        </pc:sldLayoutChg>
        <pc:sldLayoutChg chg="modTransition">
          <pc:chgData name="Afiq Danial" userId="147273bae1026c4f" providerId="LiveId" clId="{95BD7C69-8834-45D4-9AA8-7105D731C0FF}" dt="2023-11-01T15:14:36.526" v="1297"/>
          <pc:sldLayoutMkLst>
            <pc:docMk/>
            <pc:sldMasterMk cId="996099403" sldId="2147483850"/>
            <pc:sldLayoutMk cId="4267004572" sldId="2147483857"/>
          </pc:sldLayoutMkLst>
        </pc:sldLayoutChg>
        <pc:sldLayoutChg chg="modTransition">
          <pc:chgData name="Afiq Danial" userId="147273bae1026c4f" providerId="LiveId" clId="{95BD7C69-8834-45D4-9AA8-7105D731C0FF}" dt="2023-11-01T15:14:36.526" v="1297"/>
          <pc:sldLayoutMkLst>
            <pc:docMk/>
            <pc:sldMasterMk cId="996099403" sldId="2147483850"/>
            <pc:sldLayoutMk cId="3969636055" sldId="2147483858"/>
          </pc:sldLayoutMkLst>
        </pc:sldLayoutChg>
        <pc:sldLayoutChg chg="modTransition">
          <pc:chgData name="Afiq Danial" userId="147273bae1026c4f" providerId="LiveId" clId="{95BD7C69-8834-45D4-9AA8-7105D731C0FF}" dt="2023-11-01T15:14:36.526" v="1297"/>
          <pc:sldLayoutMkLst>
            <pc:docMk/>
            <pc:sldMasterMk cId="996099403" sldId="2147483850"/>
            <pc:sldLayoutMk cId="698259347" sldId="2147483859"/>
          </pc:sldLayoutMkLst>
        </pc:sldLayoutChg>
      </pc:sldMasterChg>
      <pc:sldMasterChg chg="modTransition modSldLayout">
        <pc:chgData name="Afiq Danial" userId="147273bae1026c4f" providerId="LiveId" clId="{95BD7C69-8834-45D4-9AA8-7105D731C0FF}" dt="2023-11-02T15:30:36.831" v="2369"/>
        <pc:sldMasterMkLst>
          <pc:docMk/>
          <pc:sldMasterMk cId="1664340238" sldId="2147483862"/>
        </pc:sldMasterMkLst>
        <pc:sldLayoutChg chg="modTransition">
          <pc:chgData name="Afiq Danial" userId="147273bae1026c4f" providerId="LiveId" clId="{95BD7C69-8834-45D4-9AA8-7105D731C0FF}" dt="2023-11-02T15:30:36.831" v="2369"/>
          <pc:sldLayoutMkLst>
            <pc:docMk/>
            <pc:sldMasterMk cId="1664340238" sldId="2147483862"/>
            <pc:sldLayoutMk cId="2736807160" sldId="2147483863"/>
          </pc:sldLayoutMkLst>
        </pc:sldLayoutChg>
        <pc:sldLayoutChg chg="modTransition">
          <pc:chgData name="Afiq Danial" userId="147273bae1026c4f" providerId="LiveId" clId="{95BD7C69-8834-45D4-9AA8-7105D731C0FF}" dt="2023-11-02T15:30:36.831" v="2369"/>
          <pc:sldLayoutMkLst>
            <pc:docMk/>
            <pc:sldMasterMk cId="1664340238" sldId="2147483862"/>
            <pc:sldLayoutMk cId="2791068730" sldId="2147483864"/>
          </pc:sldLayoutMkLst>
        </pc:sldLayoutChg>
        <pc:sldLayoutChg chg="modTransition">
          <pc:chgData name="Afiq Danial" userId="147273bae1026c4f" providerId="LiveId" clId="{95BD7C69-8834-45D4-9AA8-7105D731C0FF}" dt="2023-11-02T15:30:36.831" v="2369"/>
          <pc:sldLayoutMkLst>
            <pc:docMk/>
            <pc:sldMasterMk cId="1664340238" sldId="2147483862"/>
            <pc:sldLayoutMk cId="278370780" sldId="2147483865"/>
          </pc:sldLayoutMkLst>
        </pc:sldLayoutChg>
        <pc:sldLayoutChg chg="modTransition">
          <pc:chgData name="Afiq Danial" userId="147273bae1026c4f" providerId="LiveId" clId="{95BD7C69-8834-45D4-9AA8-7105D731C0FF}" dt="2023-11-02T15:30:36.831" v="2369"/>
          <pc:sldLayoutMkLst>
            <pc:docMk/>
            <pc:sldMasterMk cId="1664340238" sldId="2147483862"/>
            <pc:sldLayoutMk cId="1607979103" sldId="2147483866"/>
          </pc:sldLayoutMkLst>
        </pc:sldLayoutChg>
        <pc:sldLayoutChg chg="modTransition">
          <pc:chgData name="Afiq Danial" userId="147273bae1026c4f" providerId="LiveId" clId="{95BD7C69-8834-45D4-9AA8-7105D731C0FF}" dt="2023-11-02T15:30:36.831" v="2369"/>
          <pc:sldLayoutMkLst>
            <pc:docMk/>
            <pc:sldMasterMk cId="1664340238" sldId="2147483862"/>
            <pc:sldLayoutMk cId="1893848858" sldId="2147483868"/>
          </pc:sldLayoutMkLst>
        </pc:sldLayoutChg>
        <pc:sldLayoutChg chg="modTransition">
          <pc:chgData name="Afiq Danial" userId="147273bae1026c4f" providerId="LiveId" clId="{95BD7C69-8834-45D4-9AA8-7105D731C0FF}" dt="2023-11-02T15:30:36.831" v="2369"/>
          <pc:sldLayoutMkLst>
            <pc:docMk/>
            <pc:sldMasterMk cId="1664340238" sldId="2147483862"/>
            <pc:sldLayoutMk cId="3148917679" sldId="2147483869"/>
          </pc:sldLayoutMkLst>
        </pc:sldLayoutChg>
        <pc:sldLayoutChg chg="modTransition">
          <pc:chgData name="Afiq Danial" userId="147273bae1026c4f" providerId="LiveId" clId="{95BD7C69-8834-45D4-9AA8-7105D731C0FF}" dt="2023-11-02T15:30:36.831" v="2369"/>
          <pc:sldLayoutMkLst>
            <pc:docMk/>
            <pc:sldMasterMk cId="1664340238" sldId="2147483862"/>
            <pc:sldLayoutMk cId="3347520964" sldId="2147483870"/>
          </pc:sldLayoutMkLst>
        </pc:sldLayoutChg>
        <pc:sldLayoutChg chg="modTransition">
          <pc:chgData name="Afiq Danial" userId="147273bae1026c4f" providerId="LiveId" clId="{95BD7C69-8834-45D4-9AA8-7105D731C0FF}" dt="2023-11-02T15:30:36.831" v="2369"/>
          <pc:sldLayoutMkLst>
            <pc:docMk/>
            <pc:sldMasterMk cId="1664340238" sldId="2147483862"/>
            <pc:sldLayoutMk cId="4122335804" sldId="2147483871"/>
          </pc:sldLayoutMkLst>
        </pc:sldLayoutChg>
      </pc:sldMasterChg>
      <pc:sldMasterChg chg="modTransition modSldLayout">
        <pc:chgData name="Afiq Danial" userId="147273bae1026c4f" providerId="LiveId" clId="{95BD7C69-8834-45D4-9AA8-7105D731C0FF}" dt="2023-11-02T15:31:27.425" v="2372"/>
        <pc:sldMasterMkLst>
          <pc:docMk/>
          <pc:sldMasterMk cId="420538125" sldId="2147483879"/>
        </pc:sldMasterMkLst>
        <pc:sldLayoutChg chg="modTransition">
          <pc:chgData name="Afiq Danial" userId="147273bae1026c4f" providerId="LiveId" clId="{95BD7C69-8834-45D4-9AA8-7105D731C0FF}" dt="2023-11-02T15:31:27.425" v="2372"/>
          <pc:sldLayoutMkLst>
            <pc:docMk/>
            <pc:sldMasterMk cId="420538125" sldId="2147483879"/>
            <pc:sldLayoutMk cId="2104285046" sldId="2147483880"/>
          </pc:sldLayoutMkLst>
        </pc:sldLayoutChg>
        <pc:sldLayoutChg chg="modTransition">
          <pc:chgData name="Afiq Danial" userId="147273bae1026c4f" providerId="LiveId" clId="{95BD7C69-8834-45D4-9AA8-7105D731C0FF}" dt="2023-11-02T15:31:27.425" v="2372"/>
          <pc:sldLayoutMkLst>
            <pc:docMk/>
            <pc:sldMasterMk cId="420538125" sldId="2147483879"/>
            <pc:sldLayoutMk cId="1933156137" sldId="2147483881"/>
          </pc:sldLayoutMkLst>
        </pc:sldLayoutChg>
        <pc:sldLayoutChg chg="modTransition">
          <pc:chgData name="Afiq Danial" userId="147273bae1026c4f" providerId="LiveId" clId="{95BD7C69-8834-45D4-9AA8-7105D731C0FF}" dt="2023-11-02T15:31:27.425" v="2372"/>
          <pc:sldLayoutMkLst>
            <pc:docMk/>
            <pc:sldMasterMk cId="420538125" sldId="2147483879"/>
            <pc:sldLayoutMk cId="1904886770" sldId="2147483882"/>
          </pc:sldLayoutMkLst>
        </pc:sldLayoutChg>
        <pc:sldLayoutChg chg="modTransition">
          <pc:chgData name="Afiq Danial" userId="147273bae1026c4f" providerId="LiveId" clId="{95BD7C69-8834-45D4-9AA8-7105D731C0FF}" dt="2023-11-02T15:31:27.425" v="2372"/>
          <pc:sldLayoutMkLst>
            <pc:docMk/>
            <pc:sldMasterMk cId="420538125" sldId="2147483879"/>
            <pc:sldLayoutMk cId="291137122" sldId="2147483883"/>
          </pc:sldLayoutMkLst>
        </pc:sldLayoutChg>
        <pc:sldLayoutChg chg="modTransition">
          <pc:chgData name="Afiq Danial" userId="147273bae1026c4f" providerId="LiveId" clId="{95BD7C69-8834-45D4-9AA8-7105D731C0FF}" dt="2023-11-02T15:31:27.425" v="2372"/>
          <pc:sldLayoutMkLst>
            <pc:docMk/>
            <pc:sldMasterMk cId="420538125" sldId="2147483879"/>
            <pc:sldLayoutMk cId="3545543282" sldId="2147483885"/>
          </pc:sldLayoutMkLst>
        </pc:sldLayoutChg>
        <pc:sldLayoutChg chg="modTransition">
          <pc:chgData name="Afiq Danial" userId="147273bae1026c4f" providerId="LiveId" clId="{95BD7C69-8834-45D4-9AA8-7105D731C0FF}" dt="2023-11-02T15:31:27.425" v="2372"/>
          <pc:sldLayoutMkLst>
            <pc:docMk/>
            <pc:sldMasterMk cId="420538125" sldId="2147483879"/>
            <pc:sldLayoutMk cId="55140655" sldId="2147483886"/>
          </pc:sldLayoutMkLst>
        </pc:sldLayoutChg>
        <pc:sldLayoutChg chg="modTransition">
          <pc:chgData name="Afiq Danial" userId="147273bae1026c4f" providerId="LiveId" clId="{95BD7C69-8834-45D4-9AA8-7105D731C0FF}" dt="2023-11-02T15:31:27.425" v="2372"/>
          <pc:sldLayoutMkLst>
            <pc:docMk/>
            <pc:sldMasterMk cId="420538125" sldId="2147483879"/>
            <pc:sldLayoutMk cId="2001990778" sldId="2147483887"/>
          </pc:sldLayoutMkLst>
        </pc:sldLayoutChg>
        <pc:sldLayoutChg chg="modTransition">
          <pc:chgData name="Afiq Danial" userId="147273bae1026c4f" providerId="LiveId" clId="{95BD7C69-8834-45D4-9AA8-7105D731C0FF}" dt="2023-11-02T15:31:27.425" v="2372"/>
          <pc:sldLayoutMkLst>
            <pc:docMk/>
            <pc:sldMasterMk cId="420538125" sldId="2147483879"/>
            <pc:sldLayoutMk cId="2444145072" sldId="2147483888"/>
          </pc:sldLayoutMkLst>
        </pc:sldLayoutChg>
      </pc:sldMasterChg>
      <pc:sldMasterChg chg="modTransition modSldLayout">
        <pc:chgData name="Afiq Danial" userId="147273bae1026c4f" providerId="LiveId" clId="{95BD7C69-8834-45D4-9AA8-7105D731C0FF}" dt="2023-11-02T15:31:32.702" v="2373"/>
        <pc:sldMasterMkLst>
          <pc:docMk/>
          <pc:sldMasterMk cId="826200596" sldId="2147483896"/>
        </pc:sldMasterMkLst>
        <pc:sldLayoutChg chg="modTransition">
          <pc:chgData name="Afiq Danial" userId="147273bae1026c4f" providerId="LiveId" clId="{95BD7C69-8834-45D4-9AA8-7105D731C0FF}" dt="2023-11-02T15:31:32.702" v="2373"/>
          <pc:sldLayoutMkLst>
            <pc:docMk/>
            <pc:sldMasterMk cId="826200596" sldId="2147483896"/>
            <pc:sldLayoutMk cId="85423358" sldId="2147483897"/>
          </pc:sldLayoutMkLst>
        </pc:sldLayoutChg>
        <pc:sldLayoutChg chg="modTransition">
          <pc:chgData name="Afiq Danial" userId="147273bae1026c4f" providerId="LiveId" clId="{95BD7C69-8834-45D4-9AA8-7105D731C0FF}" dt="2023-11-02T15:31:32.702" v="2373"/>
          <pc:sldLayoutMkLst>
            <pc:docMk/>
            <pc:sldMasterMk cId="826200596" sldId="2147483896"/>
            <pc:sldLayoutMk cId="1660837815" sldId="2147483898"/>
          </pc:sldLayoutMkLst>
        </pc:sldLayoutChg>
        <pc:sldLayoutChg chg="modTransition">
          <pc:chgData name="Afiq Danial" userId="147273bae1026c4f" providerId="LiveId" clId="{95BD7C69-8834-45D4-9AA8-7105D731C0FF}" dt="2023-11-02T15:31:32.702" v="2373"/>
          <pc:sldLayoutMkLst>
            <pc:docMk/>
            <pc:sldMasterMk cId="826200596" sldId="2147483896"/>
            <pc:sldLayoutMk cId="176838525" sldId="2147483899"/>
          </pc:sldLayoutMkLst>
        </pc:sldLayoutChg>
        <pc:sldLayoutChg chg="modTransition">
          <pc:chgData name="Afiq Danial" userId="147273bae1026c4f" providerId="LiveId" clId="{95BD7C69-8834-45D4-9AA8-7105D731C0FF}" dt="2023-11-02T15:31:32.702" v="2373"/>
          <pc:sldLayoutMkLst>
            <pc:docMk/>
            <pc:sldMasterMk cId="826200596" sldId="2147483896"/>
            <pc:sldLayoutMk cId="1637793253" sldId="2147483900"/>
          </pc:sldLayoutMkLst>
        </pc:sldLayoutChg>
        <pc:sldLayoutChg chg="modTransition">
          <pc:chgData name="Afiq Danial" userId="147273bae1026c4f" providerId="LiveId" clId="{95BD7C69-8834-45D4-9AA8-7105D731C0FF}" dt="2023-11-02T15:31:32.702" v="2373"/>
          <pc:sldLayoutMkLst>
            <pc:docMk/>
            <pc:sldMasterMk cId="826200596" sldId="2147483896"/>
            <pc:sldLayoutMk cId="1302101066" sldId="2147483902"/>
          </pc:sldLayoutMkLst>
        </pc:sldLayoutChg>
        <pc:sldLayoutChg chg="modTransition">
          <pc:chgData name="Afiq Danial" userId="147273bae1026c4f" providerId="LiveId" clId="{95BD7C69-8834-45D4-9AA8-7105D731C0FF}" dt="2023-11-02T15:31:32.702" v="2373"/>
          <pc:sldLayoutMkLst>
            <pc:docMk/>
            <pc:sldMasterMk cId="826200596" sldId="2147483896"/>
            <pc:sldLayoutMk cId="1963553096" sldId="2147483903"/>
          </pc:sldLayoutMkLst>
        </pc:sldLayoutChg>
        <pc:sldLayoutChg chg="modTransition">
          <pc:chgData name="Afiq Danial" userId="147273bae1026c4f" providerId="LiveId" clId="{95BD7C69-8834-45D4-9AA8-7105D731C0FF}" dt="2023-11-02T15:31:32.702" v="2373"/>
          <pc:sldLayoutMkLst>
            <pc:docMk/>
            <pc:sldMasterMk cId="826200596" sldId="2147483896"/>
            <pc:sldLayoutMk cId="1538655320" sldId="2147483904"/>
          </pc:sldLayoutMkLst>
        </pc:sldLayoutChg>
        <pc:sldLayoutChg chg="modTransition">
          <pc:chgData name="Afiq Danial" userId="147273bae1026c4f" providerId="LiveId" clId="{95BD7C69-8834-45D4-9AA8-7105D731C0FF}" dt="2023-11-02T15:31:32.702" v="2373"/>
          <pc:sldLayoutMkLst>
            <pc:docMk/>
            <pc:sldMasterMk cId="826200596" sldId="2147483896"/>
            <pc:sldLayoutMk cId="2971181235" sldId="2147483905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03000F-4935-4502-B2AF-A228870FBFC0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AC13F89A-9685-42A9-82B5-42543BE933FA}">
      <dgm:prSet phldrT="[Text]" custT="1"/>
      <dgm:spPr/>
      <dgm:t>
        <a:bodyPr/>
        <a:lstStyle/>
        <a:p>
          <a:pPr algn="ctr"/>
          <a:r>
            <a:rPr lang="en-MY" sz="1400" dirty="0"/>
            <a:t>TANGGUNGJAWAB</a:t>
          </a:r>
        </a:p>
      </dgm:t>
    </dgm:pt>
    <dgm:pt modelId="{50EFD5BE-D9C0-4AC8-A249-88DDD5F77CE2}" type="parTrans" cxnId="{50AFBA77-3D0D-41E3-934C-31B273ECF6F3}">
      <dgm:prSet/>
      <dgm:spPr/>
      <dgm:t>
        <a:bodyPr/>
        <a:lstStyle/>
        <a:p>
          <a:endParaRPr lang="en-MY"/>
        </a:p>
      </dgm:t>
    </dgm:pt>
    <dgm:pt modelId="{9C8DB74B-BD16-456C-A971-B898C2DAF746}" type="sibTrans" cxnId="{50AFBA77-3D0D-41E3-934C-31B273ECF6F3}">
      <dgm:prSet/>
      <dgm:spPr/>
      <dgm:t>
        <a:bodyPr/>
        <a:lstStyle/>
        <a:p>
          <a:endParaRPr lang="en-MY"/>
        </a:p>
      </dgm:t>
    </dgm:pt>
    <dgm:pt modelId="{7ACE3828-5929-48D2-90BA-FDFFC4FCDBAA}">
      <dgm:prSet phldrT="[Text]" custT="1"/>
      <dgm:spPr>
        <a:solidFill>
          <a:srgbClr val="FFFF66"/>
        </a:solidFill>
        <a:ln>
          <a:solidFill>
            <a:schemeClr val="tx1"/>
          </a:solidFill>
        </a:ln>
      </dgm:spPr>
      <dgm:t>
        <a:bodyPr anchor="t"/>
        <a:lstStyle/>
        <a:p>
          <a:pPr>
            <a:buNone/>
          </a:pP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Tanggungjawab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perlu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ada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pada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setiap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diri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seseorang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ialah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sifat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bertanggungjawab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Nilai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merujuk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kepada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kewajipan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dipikul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kepada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orang yang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ditanggung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seorang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ketua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pemimpin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pelajar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hendaklah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melaksanakan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tanggungjawab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sempurna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sepertimana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janji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ketika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mengangkat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ikrar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janji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semasa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watikah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perlantikan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ketua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pelajar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Kelakuan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baik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boleh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dijadikan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tauladan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kepada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orang lain. </a:t>
          </a:r>
        </a:p>
      </dgm:t>
    </dgm:pt>
    <dgm:pt modelId="{A0B36F88-4E13-4F3F-9535-11EA99C57C2F}" type="parTrans" cxnId="{BE49B270-932F-4A0B-A254-F62FA855FCDA}">
      <dgm:prSet/>
      <dgm:spPr/>
      <dgm:t>
        <a:bodyPr/>
        <a:lstStyle/>
        <a:p>
          <a:endParaRPr lang="en-MY"/>
        </a:p>
      </dgm:t>
    </dgm:pt>
    <dgm:pt modelId="{955F6EE8-0EC6-4ABD-8CAF-F213FFEB86CA}" type="sibTrans" cxnId="{BE49B270-932F-4A0B-A254-F62FA855FCDA}">
      <dgm:prSet/>
      <dgm:spPr/>
      <dgm:t>
        <a:bodyPr/>
        <a:lstStyle/>
        <a:p>
          <a:endParaRPr lang="en-MY"/>
        </a:p>
      </dgm:t>
    </dgm:pt>
    <dgm:pt modelId="{B5CEF23F-FEDF-4219-9F2F-2D4244820B4C}">
      <dgm:prSet phldrT="[Text]" custT="1"/>
      <dgm:spPr/>
      <dgm:t>
        <a:bodyPr/>
        <a:lstStyle/>
        <a:p>
          <a:pPr algn="ctr"/>
          <a:r>
            <a:rPr lang="en-MY" sz="1400" dirty="0"/>
            <a:t>INTEGRITI</a:t>
          </a:r>
        </a:p>
      </dgm:t>
    </dgm:pt>
    <dgm:pt modelId="{E0531281-5718-48F6-8785-B4BE06530381}" type="parTrans" cxnId="{1C439F64-B03F-4934-9EE2-00666C43C555}">
      <dgm:prSet/>
      <dgm:spPr/>
      <dgm:t>
        <a:bodyPr/>
        <a:lstStyle/>
        <a:p>
          <a:endParaRPr lang="en-MY"/>
        </a:p>
      </dgm:t>
    </dgm:pt>
    <dgm:pt modelId="{3A42CCA9-0677-4747-B5A1-021CB8059E7F}" type="sibTrans" cxnId="{1C439F64-B03F-4934-9EE2-00666C43C555}">
      <dgm:prSet/>
      <dgm:spPr/>
      <dgm:t>
        <a:bodyPr/>
        <a:lstStyle/>
        <a:p>
          <a:endParaRPr lang="en-MY"/>
        </a:p>
      </dgm:t>
    </dgm:pt>
    <dgm:pt modelId="{F25CAF77-7ECB-4797-A306-9CE7F9F3ADA0}">
      <dgm:prSet phldrT="[Text]" custT="1"/>
      <dgm:spPr>
        <a:solidFill>
          <a:srgbClr val="FFFF66"/>
        </a:solidFill>
        <a:ln>
          <a:solidFill>
            <a:schemeClr val="tx1"/>
          </a:solidFill>
        </a:ln>
      </dgm:spPr>
      <dgm:t>
        <a:bodyPr anchor="t"/>
        <a:lstStyle/>
        <a:p>
          <a:pPr>
            <a:buFont typeface="Arial" panose="020B0604020202020204" pitchFamily="34" charset="0"/>
            <a:buNone/>
          </a:pP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 Sifat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integriti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merujuk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kepada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sifat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kejujuran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bagi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seseorang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individu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Nilai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termasuklah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sentiasa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bersifat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benar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dimana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jua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samada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dari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pertuturan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kata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serta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kelakuan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contoh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berusaha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mencari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alternatif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menghadapi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peperiksaan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walaupun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kesuntukkan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masa. Cari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lebih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baik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kerana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kejayaan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dimiliki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datang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daripada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usaha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sendiri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bukannya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cara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berintegriti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51F711FE-3B17-41C8-9C4D-FA3F414F5C04}" type="parTrans" cxnId="{73913300-A24E-4A31-9089-D2A2A18427BD}">
      <dgm:prSet/>
      <dgm:spPr/>
      <dgm:t>
        <a:bodyPr/>
        <a:lstStyle/>
        <a:p>
          <a:endParaRPr lang="en-MY"/>
        </a:p>
      </dgm:t>
    </dgm:pt>
    <dgm:pt modelId="{0F8F9C9E-DA15-4DD2-8BF2-23D83757D73E}" type="sibTrans" cxnId="{73913300-A24E-4A31-9089-D2A2A18427BD}">
      <dgm:prSet/>
      <dgm:spPr/>
      <dgm:t>
        <a:bodyPr/>
        <a:lstStyle/>
        <a:p>
          <a:endParaRPr lang="en-MY"/>
        </a:p>
      </dgm:t>
    </dgm:pt>
    <dgm:pt modelId="{81E4360B-2CF4-4D51-8529-038C91770554}" type="pres">
      <dgm:prSet presAssocID="{6503000F-4935-4502-B2AF-A228870FBFC0}" presName="Name0" presStyleCnt="0">
        <dgm:presLayoutVars>
          <dgm:dir/>
          <dgm:animLvl val="lvl"/>
          <dgm:resizeHandles val="exact"/>
        </dgm:presLayoutVars>
      </dgm:prSet>
      <dgm:spPr/>
    </dgm:pt>
    <dgm:pt modelId="{735DF80E-D67A-4EF8-9160-A7DE9F56FAB6}" type="pres">
      <dgm:prSet presAssocID="{AC13F89A-9685-42A9-82B5-42543BE933FA}" presName="linNode" presStyleCnt="0"/>
      <dgm:spPr/>
    </dgm:pt>
    <dgm:pt modelId="{7D94D1EE-EFB1-4A84-862E-EA76060FFD85}" type="pres">
      <dgm:prSet presAssocID="{AC13F89A-9685-42A9-82B5-42543BE933FA}" presName="parTx" presStyleLbl="revTx" presStyleIdx="0" presStyleCnt="2" custScaleX="74353" custScaleY="38056" custLinFactNeighborX="-21429" custLinFactNeighborY="4585">
        <dgm:presLayoutVars>
          <dgm:chMax val="1"/>
          <dgm:bulletEnabled val="1"/>
        </dgm:presLayoutVars>
      </dgm:prSet>
      <dgm:spPr/>
    </dgm:pt>
    <dgm:pt modelId="{5583D095-6083-4741-9CD8-13E3A5CC38A6}" type="pres">
      <dgm:prSet presAssocID="{AC13F89A-9685-42A9-82B5-42543BE933FA}" presName="bracket" presStyleLbl="parChTrans1D1" presStyleIdx="0" presStyleCnt="2"/>
      <dgm:spPr/>
    </dgm:pt>
    <dgm:pt modelId="{0FA0BE34-357A-49D5-8B87-1B03B5C2A9EA}" type="pres">
      <dgm:prSet presAssocID="{AC13F89A-9685-42A9-82B5-42543BE933FA}" presName="spH" presStyleCnt="0"/>
      <dgm:spPr/>
    </dgm:pt>
    <dgm:pt modelId="{6C6FB97D-B6C6-47F3-B398-4520CED5F030}" type="pres">
      <dgm:prSet presAssocID="{AC13F89A-9685-42A9-82B5-42543BE933FA}" presName="desTx" presStyleLbl="node1" presStyleIdx="0" presStyleCnt="2" custLinFactNeighborX="-2937" custLinFactNeighborY="2090">
        <dgm:presLayoutVars>
          <dgm:bulletEnabled val="1"/>
        </dgm:presLayoutVars>
      </dgm:prSet>
      <dgm:spPr/>
    </dgm:pt>
    <dgm:pt modelId="{4BCAD695-62F4-43D7-BE3A-F9EAC7E9F153}" type="pres">
      <dgm:prSet presAssocID="{9C8DB74B-BD16-456C-A971-B898C2DAF746}" presName="spV" presStyleCnt="0"/>
      <dgm:spPr/>
    </dgm:pt>
    <dgm:pt modelId="{AAE68729-FADF-43B7-8F57-A7F43446A9E6}" type="pres">
      <dgm:prSet presAssocID="{B5CEF23F-FEDF-4219-9F2F-2D4244820B4C}" presName="linNode" presStyleCnt="0"/>
      <dgm:spPr/>
    </dgm:pt>
    <dgm:pt modelId="{43E3DE45-084D-4DE0-A764-FE21DE0766A7}" type="pres">
      <dgm:prSet presAssocID="{B5CEF23F-FEDF-4219-9F2F-2D4244820B4C}" presName="parTx" presStyleLbl="revTx" presStyleIdx="1" presStyleCnt="2" custScaleX="50353" custScaleY="28073" custLinFactNeighborX="38571" custLinFactNeighborY="39821">
        <dgm:presLayoutVars>
          <dgm:chMax val="1"/>
          <dgm:bulletEnabled val="1"/>
        </dgm:presLayoutVars>
      </dgm:prSet>
      <dgm:spPr/>
    </dgm:pt>
    <dgm:pt modelId="{04ABD1C3-A680-4DC0-B4D1-8F8BACEEDA23}" type="pres">
      <dgm:prSet presAssocID="{B5CEF23F-FEDF-4219-9F2F-2D4244820B4C}" presName="bracket" presStyleLbl="parChTrans1D1" presStyleIdx="1" presStyleCnt="2" custLinFactX="76470" custLinFactNeighborX="100000" custLinFactNeighborY="32042"/>
      <dgm:spPr/>
    </dgm:pt>
    <dgm:pt modelId="{2E3DD3BB-B344-4A81-9F34-4D022E8D91AF}" type="pres">
      <dgm:prSet presAssocID="{B5CEF23F-FEDF-4219-9F2F-2D4244820B4C}" presName="spH" presStyleCnt="0"/>
      <dgm:spPr/>
    </dgm:pt>
    <dgm:pt modelId="{B630D132-6956-41F1-AF31-0A06AC94FFB1}" type="pres">
      <dgm:prSet presAssocID="{B5CEF23F-FEDF-4219-9F2F-2D4244820B4C}" presName="desTx" presStyleLbl="node1" presStyleIdx="1" presStyleCnt="2" custLinFactX="5539" custLinFactNeighborX="100000" custLinFactNeighborY="39820">
        <dgm:presLayoutVars>
          <dgm:bulletEnabled val="1"/>
        </dgm:presLayoutVars>
      </dgm:prSet>
      <dgm:spPr/>
    </dgm:pt>
  </dgm:ptLst>
  <dgm:cxnLst>
    <dgm:cxn modelId="{73913300-A24E-4A31-9089-D2A2A18427BD}" srcId="{B5CEF23F-FEDF-4219-9F2F-2D4244820B4C}" destId="{F25CAF77-7ECB-4797-A306-9CE7F9F3ADA0}" srcOrd="0" destOrd="0" parTransId="{51F711FE-3B17-41C8-9C4D-FA3F414F5C04}" sibTransId="{0F8F9C9E-DA15-4DD2-8BF2-23D83757D73E}"/>
    <dgm:cxn modelId="{4CDBEC21-EC30-43AC-BECF-C466C13E13C2}" type="presOf" srcId="{B5CEF23F-FEDF-4219-9F2F-2D4244820B4C}" destId="{43E3DE45-084D-4DE0-A764-FE21DE0766A7}" srcOrd="0" destOrd="0" presId="urn:diagrams.loki3.com/BracketList"/>
    <dgm:cxn modelId="{07661362-0875-45B9-9C16-714E31A2B22F}" type="presOf" srcId="{6503000F-4935-4502-B2AF-A228870FBFC0}" destId="{81E4360B-2CF4-4D51-8529-038C91770554}" srcOrd="0" destOrd="0" presId="urn:diagrams.loki3.com/BracketList"/>
    <dgm:cxn modelId="{4E5D2F44-7680-4D7D-A9FC-BD908DA9275F}" type="presOf" srcId="{AC13F89A-9685-42A9-82B5-42543BE933FA}" destId="{7D94D1EE-EFB1-4A84-862E-EA76060FFD85}" srcOrd="0" destOrd="0" presId="urn:diagrams.loki3.com/BracketList"/>
    <dgm:cxn modelId="{1C439F64-B03F-4934-9EE2-00666C43C555}" srcId="{6503000F-4935-4502-B2AF-A228870FBFC0}" destId="{B5CEF23F-FEDF-4219-9F2F-2D4244820B4C}" srcOrd="1" destOrd="0" parTransId="{E0531281-5718-48F6-8785-B4BE06530381}" sibTransId="{3A42CCA9-0677-4747-B5A1-021CB8059E7F}"/>
    <dgm:cxn modelId="{43F0CF4B-B552-4678-9A57-27A1D4A7D21C}" type="presOf" srcId="{F25CAF77-7ECB-4797-A306-9CE7F9F3ADA0}" destId="{B630D132-6956-41F1-AF31-0A06AC94FFB1}" srcOrd="0" destOrd="0" presId="urn:diagrams.loki3.com/BracketList"/>
    <dgm:cxn modelId="{F7A1426D-F127-4F65-84F3-894C5141030A}" type="presOf" srcId="{7ACE3828-5929-48D2-90BA-FDFFC4FCDBAA}" destId="{6C6FB97D-B6C6-47F3-B398-4520CED5F030}" srcOrd="0" destOrd="0" presId="urn:diagrams.loki3.com/BracketList"/>
    <dgm:cxn modelId="{BE49B270-932F-4A0B-A254-F62FA855FCDA}" srcId="{AC13F89A-9685-42A9-82B5-42543BE933FA}" destId="{7ACE3828-5929-48D2-90BA-FDFFC4FCDBAA}" srcOrd="0" destOrd="0" parTransId="{A0B36F88-4E13-4F3F-9535-11EA99C57C2F}" sibTransId="{955F6EE8-0EC6-4ABD-8CAF-F213FFEB86CA}"/>
    <dgm:cxn modelId="{50AFBA77-3D0D-41E3-934C-31B273ECF6F3}" srcId="{6503000F-4935-4502-B2AF-A228870FBFC0}" destId="{AC13F89A-9685-42A9-82B5-42543BE933FA}" srcOrd="0" destOrd="0" parTransId="{50EFD5BE-D9C0-4AC8-A249-88DDD5F77CE2}" sibTransId="{9C8DB74B-BD16-456C-A971-B898C2DAF746}"/>
    <dgm:cxn modelId="{1219EE4E-29E7-4878-830D-47E50A3129C2}" type="presParOf" srcId="{81E4360B-2CF4-4D51-8529-038C91770554}" destId="{735DF80E-D67A-4EF8-9160-A7DE9F56FAB6}" srcOrd="0" destOrd="0" presId="urn:diagrams.loki3.com/BracketList"/>
    <dgm:cxn modelId="{DE525656-46AF-428F-8FE2-2CBED4553EA2}" type="presParOf" srcId="{735DF80E-D67A-4EF8-9160-A7DE9F56FAB6}" destId="{7D94D1EE-EFB1-4A84-862E-EA76060FFD85}" srcOrd="0" destOrd="0" presId="urn:diagrams.loki3.com/BracketList"/>
    <dgm:cxn modelId="{987B38B0-41AF-47FA-9069-7AD9F875DA92}" type="presParOf" srcId="{735DF80E-D67A-4EF8-9160-A7DE9F56FAB6}" destId="{5583D095-6083-4741-9CD8-13E3A5CC38A6}" srcOrd="1" destOrd="0" presId="urn:diagrams.loki3.com/BracketList"/>
    <dgm:cxn modelId="{C2793BFB-2563-455C-AD4C-5ED33092CB79}" type="presParOf" srcId="{735DF80E-D67A-4EF8-9160-A7DE9F56FAB6}" destId="{0FA0BE34-357A-49D5-8B87-1B03B5C2A9EA}" srcOrd="2" destOrd="0" presId="urn:diagrams.loki3.com/BracketList"/>
    <dgm:cxn modelId="{7BD2AF36-246A-443A-8F21-147C75899511}" type="presParOf" srcId="{735DF80E-D67A-4EF8-9160-A7DE9F56FAB6}" destId="{6C6FB97D-B6C6-47F3-B398-4520CED5F030}" srcOrd="3" destOrd="0" presId="urn:diagrams.loki3.com/BracketList"/>
    <dgm:cxn modelId="{F50EFB6C-20D4-4972-B1B2-7DFB000418C8}" type="presParOf" srcId="{81E4360B-2CF4-4D51-8529-038C91770554}" destId="{4BCAD695-62F4-43D7-BE3A-F9EAC7E9F153}" srcOrd="1" destOrd="0" presId="urn:diagrams.loki3.com/BracketList"/>
    <dgm:cxn modelId="{DD235876-7A13-4939-908C-3F1C29BE75DE}" type="presParOf" srcId="{81E4360B-2CF4-4D51-8529-038C91770554}" destId="{AAE68729-FADF-43B7-8F57-A7F43446A9E6}" srcOrd="2" destOrd="0" presId="urn:diagrams.loki3.com/BracketList"/>
    <dgm:cxn modelId="{7F97BB69-2AC6-47B1-AA21-17D20A2ADDEC}" type="presParOf" srcId="{AAE68729-FADF-43B7-8F57-A7F43446A9E6}" destId="{43E3DE45-084D-4DE0-A764-FE21DE0766A7}" srcOrd="0" destOrd="0" presId="urn:diagrams.loki3.com/BracketList"/>
    <dgm:cxn modelId="{C2DFEAAF-095F-494F-AAA1-6FAEA976A14A}" type="presParOf" srcId="{AAE68729-FADF-43B7-8F57-A7F43446A9E6}" destId="{04ABD1C3-A680-4DC0-B4D1-8F8BACEEDA23}" srcOrd="1" destOrd="0" presId="urn:diagrams.loki3.com/BracketList"/>
    <dgm:cxn modelId="{F7FB48CF-2DD8-43E9-97FA-F4DCFA08B155}" type="presParOf" srcId="{AAE68729-FADF-43B7-8F57-A7F43446A9E6}" destId="{2E3DD3BB-B344-4A81-9F34-4D022E8D91AF}" srcOrd="2" destOrd="0" presId="urn:diagrams.loki3.com/BracketList"/>
    <dgm:cxn modelId="{B19A534F-E8BE-44D1-92DE-AE91A39B6B85}" type="presParOf" srcId="{AAE68729-FADF-43B7-8F57-A7F43446A9E6}" destId="{B630D132-6956-41F1-AF31-0A06AC94FFB1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59A25B-A4E8-4930-9993-8ADC4CCDE2CC}" type="doc">
      <dgm:prSet loTypeId="urn:microsoft.com/office/officeart/2005/8/layout/chevron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58F9D352-BE72-463D-9279-ED17463376FB}">
      <dgm:prSet phldrT="[Text]" custT="1"/>
      <dgm:spPr>
        <a:solidFill>
          <a:srgbClr val="FF7C80"/>
        </a:solidFill>
      </dgm:spPr>
      <dgm:t>
        <a:bodyPr/>
        <a:lstStyle/>
        <a:p>
          <a:r>
            <a:rPr lang="en-MY" sz="16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Perkara</a:t>
          </a:r>
          <a:r>
            <a:rPr lang="en-MY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6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berlaku</a:t>
          </a:r>
          <a:endParaRPr lang="en-MY" sz="16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194EF8-A77B-4D6A-B65A-059FE37A8986}" type="parTrans" cxnId="{EBED6FD8-39B9-4184-9E34-FAA1180E275E}">
      <dgm:prSet/>
      <dgm:spPr/>
      <dgm:t>
        <a:bodyPr/>
        <a:lstStyle/>
        <a:p>
          <a:endParaRPr lang="en-MY"/>
        </a:p>
      </dgm:t>
    </dgm:pt>
    <dgm:pt modelId="{B8C82CCD-917D-4073-A68B-5591846CCD25}" type="sibTrans" cxnId="{EBED6FD8-39B9-4184-9E34-FAA1180E275E}">
      <dgm:prSet/>
      <dgm:spPr/>
      <dgm:t>
        <a:bodyPr/>
        <a:lstStyle/>
        <a:p>
          <a:endParaRPr lang="en-MY"/>
        </a:p>
      </dgm:t>
    </dgm:pt>
    <dgm:pt modelId="{4A92F4F2-7B2B-4DFF-9CAB-F66D6658DC0B}">
      <dgm:prSet phldrT="[Text]" custT="1"/>
      <dgm:spPr/>
      <dgm:t>
        <a:bodyPr anchor="t"/>
        <a:lstStyle/>
        <a:p>
          <a:pPr>
            <a:buNone/>
          </a:pP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	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Natijahnya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agung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masyarakat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seperti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keadilan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keamanan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keharmonian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kesatuan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menjadikan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ia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sempurna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amat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penting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falsafah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kemanusian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berganjak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Seperti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situasi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seharusnya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memperkuat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murni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seperti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tanggungjawab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integriti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diri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agar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menjadi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insan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boleh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memberi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manfaat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kepada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orang lain.</a:t>
          </a:r>
        </a:p>
      </dgm:t>
    </dgm:pt>
    <dgm:pt modelId="{516EECF4-AE04-460E-B8B1-1ADAB27DD69F}" type="parTrans" cxnId="{0DC90B97-92F3-4D90-AD54-9CB8F24FE26C}">
      <dgm:prSet/>
      <dgm:spPr/>
      <dgm:t>
        <a:bodyPr/>
        <a:lstStyle/>
        <a:p>
          <a:endParaRPr lang="en-MY"/>
        </a:p>
      </dgm:t>
    </dgm:pt>
    <dgm:pt modelId="{278AC3EB-45AC-4975-9D17-F244DE879ED2}" type="sibTrans" cxnId="{0DC90B97-92F3-4D90-AD54-9CB8F24FE26C}">
      <dgm:prSet/>
      <dgm:spPr/>
      <dgm:t>
        <a:bodyPr/>
        <a:lstStyle/>
        <a:p>
          <a:endParaRPr lang="en-MY"/>
        </a:p>
      </dgm:t>
    </dgm:pt>
    <dgm:pt modelId="{17777C1A-57C3-4C04-90AF-9B25C2CB631B}">
      <dgm:prSet phldrT="[Text]" custT="1"/>
      <dgm:spPr>
        <a:solidFill>
          <a:srgbClr val="FFC000"/>
        </a:solidFill>
      </dgm:spPr>
      <dgm:t>
        <a:bodyPr/>
        <a:lstStyle/>
        <a:p>
          <a:r>
            <a:rPr lang="en-MY" sz="16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Konklusi</a:t>
          </a:r>
          <a:endParaRPr lang="en-MY" sz="16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D08F51-0A93-44A5-9B14-DD5B502981C8}" type="sibTrans" cxnId="{5672018C-DFEC-49C0-8565-380FF7179147}">
      <dgm:prSet/>
      <dgm:spPr/>
      <dgm:t>
        <a:bodyPr/>
        <a:lstStyle/>
        <a:p>
          <a:endParaRPr lang="en-MY"/>
        </a:p>
      </dgm:t>
    </dgm:pt>
    <dgm:pt modelId="{A8EDFE1B-71CE-4DF3-9177-726B943009E6}" type="parTrans" cxnId="{5672018C-DFEC-49C0-8565-380FF7179147}">
      <dgm:prSet/>
      <dgm:spPr/>
      <dgm:t>
        <a:bodyPr/>
        <a:lstStyle/>
        <a:p>
          <a:endParaRPr lang="en-MY"/>
        </a:p>
      </dgm:t>
    </dgm:pt>
    <dgm:pt modelId="{2E53E51D-1A49-4105-A088-4E8658466E54}">
      <dgm:prSet phldrT="[Text]" custT="1"/>
      <dgm:spPr>
        <a:solidFill>
          <a:srgbClr val="FFFF66"/>
        </a:solidFill>
      </dgm:spPr>
      <dgm:t>
        <a:bodyPr/>
        <a:lstStyle/>
        <a:p>
          <a:r>
            <a:rPr lang="en-MY" sz="16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Kesan</a:t>
          </a:r>
          <a:endParaRPr lang="en-MY" sz="16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ED29B9-BF6E-4A8F-9E15-61983D962719}" type="sibTrans" cxnId="{7B9967D1-2C93-401E-91C7-B0BC0A89703F}">
      <dgm:prSet/>
      <dgm:spPr/>
      <dgm:t>
        <a:bodyPr/>
        <a:lstStyle/>
        <a:p>
          <a:endParaRPr lang="en-MY"/>
        </a:p>
      </dgm:t>
    </dgm:pt>
    <dgm:pt modelId="{09061D92-28A5-42DD-AB8A-B451881B962F}" type="parTrans" cxnId="{7B9967D1-2C93-401E-91C7-B0BC0A89703F}">
      <dgm:prSet/>
      <dgm:spPr/>
      <dgm:t>
        <a:bodyPr/>
        <a:lstStyle/>
        <a:p>
          <a:endParaRPr lang="en-MY"/>
        </a:p>
      </dgm:t>
    </dgm:pt>
    <dgm:pt modelId="{BA1010E9-BAB3-42CB-8698-20B6D75A8413}">
      <dgm:prSet custT="1"/>
      <dgm:spPr/>
      <dgm:t>
        <a:bodyPr anchor="t"/>
        <a:lstStyle/>
        <a:p>
          <a:pPr>
            <a:buNone/>
          </a:pP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	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Kisah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menceritakan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tentang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seseorang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bernama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Ahmad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keadaan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terdesak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peperiksaan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. Dia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menyedari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bahawa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peperiksaan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merupakan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satu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kesalahan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tetapi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dia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sanggup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melakukan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apa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sahaja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mendapatkan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anugerah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kecermelangan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pelajar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itu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6EBE53B6-E9C1-4030-8E9E-72FCC938FB61}" type="parTrans" cxnId="{56C0C715-8E13-4F84-8392-44C5D8A11F61}">
      <dgm:prSet/>
      <dgm:spPr/>
      <dgm:t>
        <a:bodyPr/>
        <a:lstStyle/>
        <a:p>
          <a:endParaRPr lang="en-MY"/>
        </a:p>
      </dgm:t>
    </dgm:pt>
    <dgm:pt modelId="{A3569D29-103D-4FC4-86D1-D2A7695941B2}" type="sibTrans" cxnId="{56C0C715-8E13-4F84-8392-44C5D8A11F61}">
      <dgm:prSet/>
      <dgm:spPr/>
      <dgm:t>
        <a:bodyPr/>
        <a:lstStyle/>
        <a:p>
          <a:endParaRPr lang="en-MY"/>
        </a:p>
      </dgm:t>
    </dgm:pt>
    <dgm:pt modelId="{967F1014-D3A1-4216-9B23-E8D31B39C520}">
      <dgm:prSet custT="1"/>
      <dgm:spPr/>
      <dgm:t>
        <a:bodyPr anchor="t"/>
        <a:lstStyle/>
        <a:p>
          <a:pPr>
            <a:buNone/>
          </a:pP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	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Alhasil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tindakan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Ahmad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tersebut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yakni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peperiksaan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menyebabkan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dia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berasa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hidupnya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keadaan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tenteram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Sijil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didapatkannya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merupakan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hasil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kelakuan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bermoral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oleh Ahmad.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Secara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langsung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setelah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menjelang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dewasa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, Ahmad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terus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semasa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pekerjaan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seperti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isi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kandungan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i="1" dirty="0">
              <a:latin typeface="Arial" panose="020B0604020202020204" pitchFamily="34" charset="0"/>
              <a:cs typeface="Arial" panose="020B0604020202020204" pitchFamily="34" charset="0"/>
            </a:rPr>
            <a:t>resume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majikan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 di </a:t>
          </a:r>
          <a:r>
            <a:rPr lang="en-MY" sz="1400" dirty="0" err="1">
              <a:latin typeface="Arial" panose="020B0604020202020204" pitchFamily="34" charset="0"/>
              <a:cs typeface="Arial" panose="020B0604020202020204" pitchFamily="34" charset="0"/>
            </a:rPr>
            <a:t>syarikatnya</a:t>
          </a:r>
          <a:r>
            <a:rPr lang="en-MY" sz="14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9EC82354-1CFE-481B-A229-AA8E2BA38B37}" type="parTrans" cxnId="{722A6563-1FBE-4FF0-B82F-2CB52CF5FE10}">
      <dgm:prSet/>
      <dgm:spPr/>
      <dgm:t>
        <a:bodyPr/>
        <a:lstStyle/>
        <a:p>
          <a:endParaRPr lang="en-MY"/>
        </a:p>
      </dgm:t>
    </dgm:pt>
    <dgm:pt modelId="{2B210527-C71F-4337-A0F6-0DD6A31F42D7}" type="sibTrans" cxnId="{722A6563-1FBE-4FF0-B82F-2CB52CF5FE10}">
      <dgm:prSet/>
      <dgm:spPr/>
      <dgm:t>
        <a:bodyPr/>
        <a:lstStyle/>
        <a:p>
          <a:endParaRPr lang="en-MY"/>
        </a:p>
      </dgm:t>
    </dgm:pt>
    <dgm:pt modelId="{8FE10705-6421-4F40-A9BF-42D93B6CBE52}" type="pres">
      <dgm:prSet presAssocID="{7A59A25B-A4E8-4930-9993-8ADC4CCDE2CC}" presName="linearFlow" presStyleCnt="0">
        <dgm:presLayoutVars>
          <dgm:dir/>
          <dgm:animLvl val="lvl"/>
          <dgm:resizeHandles val="exact"/>
        </dgm:presLayoutVars>
      </dgm:prSet>
      <dgm:spPr/>
    </dgm:pt>
    <dgm:pt modelId="{BC72900C-B9A3-43AE-B18B-08F5243DC93F}" type="pres">
      <dgm:prSet presAssocID="{58F9D352-BE72-463D-9279-ED17463376FB}" presName="composite" presStyleCnt="0"/>
      <dgm:spPr/>
    </dgm:pt>
    <dgm:pt modelId="{925547C5-9A54-4535-8FC7-D49379635022}" type="pres">
      <dgm:prSet presAssocID="{58F9D352-BE72-463D-9279-ED17463376FB}" presName="parentText" presStyleLbl="alignNode1" presStyleIdx="0" presStyleCnt="3" custLinFactNeighborX="-2494" custLinFactNeighborY="0">
        <dgm:presLayoutVars>
          <dgm:chMax val="1"/>
          <dgm:bulletEnabled val="1"/>
        </dgm:presLayoutVars>
      </dgm:prSet>
      <dgm:spPr/>
    </dgm:pt>
    <dgm:pt modelId="{6E796406-E086-4BB8-BD97-1BACEA901A44}" type="pres">
      <dgm:prSet presAssocID="{58F9D352-BE72-463D-9279-ED17463376FB}" presName="descendantText" presStyleLbl="alignAcc1" presStyleIdx="0" presStyleCnt="3">
        <dgm:presLayoutVars>
          <dgm:bulletEnabled val="1"/>
        </dgm:presLayoutVars>
      </dgm:prSet>
      <dgm:spPr/>
    </dgm:pt>
    <dgm:pt modelId="{35A6DF08-24CC-4805-888A-70FB86F6E5E8}" type="pres">
      <dgm:prSet presAssocID="{B8C82CCD-917D-4073-A68B-5591846CCD25}" presName="sp" presStyleCnt="0"/>
      <dgm:spPr/>
    </dgm:pt>
    <dgm:pt modelId="{DAB251D8-6D75-4505-ACC6-0D5725123A1C}" type="pres">
      <dgm:prSet presAssocID="{2E53E51D-1A49-4105-A088-4E8658466E54}" presName="composite" presStyleCnt="0"/>
      <dgm:spPr/>
    </dgm:pt>
    <dgm:pt modelId="{B5CD74E3-4898-4546-B526-E8F5F9E93535}" type="pres">
      <dgm:prSet presAssocID="{2E53E51D-1A49-4105-A088-4E8658466E5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AF601C3E-C293-4654-B5A8-C671B38C1ED8}" type="pres">
      <dgm:prSet presAssocID="{2E53E51D-1A49-4105-A088-4E8658466E54}" presName="descendantText" presStyleLbl="alignAcc1" presStyleIdx="1" presStyleCnt="3">
        <dgm:presLayoutVars>
          <dgm:bulletEnabled val="1"/>
        </dgm:presLayoutVars>
      </dgm:prSet>
      <dgm:spPr/>
    </dgm:pt>
    <dgm:pt modelId="{9B31F8FE-3AF9-4012-871A-0B16E3A3A9B5}" type="pres">
      <dgm:prSet presAssocID="{35ED29B9-BF6E-4A8F-9E15-61983D962719}" presName="sp" presStyleCnt="0"/>
      <dgm:spPr/>
    </dgm:pt>
    <dgm:pt modelId="{8E332133-1F16-4900-9135-3E8850C17FA4}" type="pres">
      <dgm:prSet presAssocID="{17777C1A-57C3-4C04-90AF-9B25C2CB631B}" presName="composite" presStyleCnt="0"/>
      <dgm:spPr/>
    </dgm:pt>
    <dgm:pt modelId="{ED52859C-1ED7-4D5D-A912-DE1D56933658}" type="pres">
      <dgm:prSet presAssocID="{17777C1A-57C3-4C04-90AF-9B25C2CB631B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E3CBCF9F-CEB5-42A2-B9A9-4C7483020719}" type="pres">
      <dgm:prSet presAssocID="{17777C1A-57C3-4C04-90AF-9B25C2CB631B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56C0C715-8E13-4F84-8392-44C5D8A11F61}" srcId="{58F9D352-BE72-463D-9279-ED17463376FB}" destId="{BA1010E9-BAB3-42CB-8698-20B6D75A8413}" srcOrd="0" destOrd="0" parTransId="{6EBE53B6-E9C1-4030-8E9E-72FCC938FB61}" sibTransId="{A3569D29-103D-4FC4-86D1-D2A7695941B2}"/>
    <dgm:cxn modelId="{216BF635-D99A-4EDC-8121-F2569A27AF15}" type="presOf" srcId="{967F1014-D3A1-4216-9B23-E8D31B39C520}" destId="{AF601C3E-C293-4654-B5A8-C671B38C1ED8}" srcOrd="0" destOrd="0" presId="urn:microsoft.com/office/officeart/2005/8/layout/chevron2"/>
    <dgm:cxn modelId="{87099339-4C2E-4846-A616-863EBDDBB864}" type="presOf" srcId="{BA1010E9-BAB3-42CB-8698-20B6D75A8413}" destId="{6E796406-E086-4BB8-BD97-1BACEA901A44}" srcOrd="0" destOrd="0" presId="urn:microsoft.com/office/officeart/2005/8/layout/chevron2"/>
    <dgm:cxn modelId="{722A6563-1FBE-4FF0-B82F-2CB52CF5FE10}" srcId="{2E53E51D-1A49-4105-A088-4E8658466E54}" destId="{967F1014-D3A1-4216-9B23-E8D31B39C520}" srcOrd="0" destOrd="0" parTransId="{9EC82354-1CFE-481B-A229-AA8E2BA38B37}" sibTransId="{2B210527-C71F-4337-A0F6-0DD6A31F42D7}"/>
    <dgm:cxn modelId="{5672018C-DFEC-49C0-8565-380FF7179147}" srcId="{7A59A25B-A4E8-4930-9993-8ADC4CCDE2CC}" destId="{17777C1A-57C3-4C04-90AF-9B25C2CB631B}" srcOrd="2" destOrd="0" parTransId="{A8EDFE1B-71CE-4DF3-9177-726B943009E6}" sibTransId="{F8D08F51-0A93-44A5-9B14-DD5B502981C8}"/>
    <dgm:cxn modelId="{E1CB8A8D-C608-4987-96E2-C26FE27C770A}" type="presOf" srcId="{4A92F4F2-7B2B-4DFF-9CAB-F66D6658DC0B}" destId="{E3CBCF9F-CEB5-42A2-B9A9-4C7483020719}" srcOrd="0" destOrd="0" presId="urn:microsoft.com/office/officeart/2005/8/layout/chevron2"/>
    <dgm:cxn modelId="{0DC90B97-92F3-4D90-AD54-9CB8F24FE26C}" srcId="{17777C1A-57C3-4C04-90AF-9B25C2CB631B}" destId="{4A92F4F2-7B2B-4DFF-9CAB-F66D6658DC0B}" srcOrd="0" destOrd="0" parTransId="{516EECF4-AE04-460E-B8B1-1ADAB27DD69F}" sibTransId="{278AC3EB-45AC-4975-9D17-F244DE879ED2}"/>
    <dgm:cxn modelId="{0E82E3A3-845B-4D7B-A9CE-10F004147929}" type="presOf" srcId="{2E53E51D-1A49-4105-A088-4E8658466E54}" destId="{B5CD74E3-4898-4546-B526-E8F5F9E93535}" srcOrd="0" destOrd="0" presId="urn:microsoft.com/office/officeart/2005/8/layout/chevron2"/>
    <dgm:cxn modelId="{658D34B4-5AD4-4281-BADF-F6EAA1EC5054}" type="presOf" srcId="{17777C1A-57C3-4C04-90AF-9B25C2CB631B}" destId="{ED52859C-1ED7-4D5D-A912-DE1D56933658}" srcOrd="0" destOrd="0" presId="urn:microsoft.com/office/officeart/2005/8/layout/chevron2"/>
    <dgm:cxn modelId="{54B57FB8-3615-4939-8594-DD88919BCE34}" type="presOf" srcId="{7A59A25B-A4E8-4930-9993-8ADC4CCDE2CC}" destId="{8FE10705-6421-4F40-A9BF-42D93B6CBE52}" srcOrd="0" destOrd="0" presId="urn:microsoft.com/office/officeart/2005/8/layout/chevron2"/>
    <dgm:cxn modelId="{59CDABBF-4B30-4295-BF46-94EE032EC451}" type="presOf" srcId="{58F9D352-BE72-463D-9279-ED17463376FB}" destId="{925547C5-9A54-4535-8FC7-D49379635022}" srcOrd="0" destOrd="0" presId="urn:microsoft.com/office/officeart/2005/8/layout/chevron2"/>
    <dgm:cxn modelId="{7B9967D1-2C93-401E-91C7-B0BC0A89703F}" srcId="{7A59A25B-A4E8-4930-9993-8ADC4CCDE2CC}" destId="{2E53E51D-1A49-4105-A088-4E8658466E54}" srcOrd="1" destOrd="0" parTransId="{09061D92-28A5-42DD-AB8A-B451881B962F}" sibTransId="{35ED29B9-BF6E-4A8F-9E15-61983D962719}"/>
    <dgm:cxn modelId="{EBED6FD8-39B9-4184-9E34-FAA1180E275E}" srcId="{7A59A25B-A4E8-4930-9993-8ADC4CCDE2CC}" destId="{58F9D352-BE72-463D-9279-ED17463376FB}" srcOrd="0" destOrd="0" parTransId="{0B194EF8-A77B-4D6A-B65A-059FE37A8986}" sibTransId="{B8C82CCD-917D-4073-A68B-5591846CCD25}"/>
    <dgm:cxn modelId="{738AE6C8-34FC-477E-8269-4B1E3F14930D}" type="presParOf" srcId="{8FE10705-6421-4F40-A9BF-42D93B6CBE52}" destId="{BC72900C-B9A3-43AE-B18B-08F5243DC93F}" srcOrd="0" destOrd="0" presId="urn:microsoft.com/office/officeart/2005/8/layout/chevron2"/>
    <dgm:cxn modelId="{97CD0053-D53A-4A5E-97BA-AE132B360A21}" type="presParOf" srcId="{BC72900C-B9A3-43AE-B18B-08F5243DC93F}" destId="{925547C5-9A54-4535-8FC7-D49379635022}" srcOrd="0" destOrd="0" presId="urn:microsoft.com/office/officeart/2005/8/layout/chevron2"/>
    <dgm:cxn modelId="{699C1E91-3E56-4B8E-A7E8-8ED36ED2EF52}" type="presParOf" srcId="{BC72900C-B9A3-43AE-B18B-08F5243DC93F}" destId="{6E796406-E086-4BB8-BD97-1BACEA901A44}" srcOrd="1" destOrd="0" presId="urn:microsoft.com/office/officeart/2005/8/layout/chevron2"/>
    <dgm:cxn modelId="{680211D4-8116-4761-A9D8-D28F34A1E111}" type="presParOf" srcId="{8FE10705-6421-4F40-A9BF-42D93B6CBE52}" destId="{35A6DF08-24CC-4805-888A-70FB86F6E5E8}" srcOrd="1" destOrd="0" presId="urn:microsoft.com/office/officeart/2005/8/layout/chevron2"/>
    <dgm:cxn modelId="{2AB07340-FCAE-4247-B3D9-030624343468}" type="presParOf" srcId="{8FE10705-6421-4F40-A9BF-42D93B6CBE52}" destId="{DAB251D8-6D75-4505-ACC6-0D5725123A1C}" srcOrd="2" destOrd="0" presId="urn:microsoft.com/office/officeart/2005/8/layout/chevron2"/>
    <dgm:cxn modelId="{849B2A34-0A5C-446A-AA0C-4969314E9175}" type="presParOf" srcId="{DAB251D8-6D75-4505-ACC6-0D5725123A1C}" destId="{B5CD74E3-4898-4546-B526-E8F5F9E93535}" srcOrd="0" destOrd="0" presId="urn:microsoft.com/office/officeart/2005/8/layout/chevron2"/>
    <dgm:cxn modelId="{3E8226A4-EA65-4FA5-B803-CEBF40733901}" type="presParOf" srcId="{DAB251D8-6D75-4505-ACC6-0D5725123A1C}" destId="{AF601C3E-C293-4654-B5A8-C671B38C1ED8}" srcOrd="1" destOrd="0" presId="urn:microsoft.com/office/officeart/2005/8/layout/chevron2"/>
    <dgm:cxn modelId="{A65BE8AC-D9C1-4E79-953E-C1103F506F78}" type="presParOf" srcId="{8FE10705-6421-4F40-A9BF-42D93B6CBE52}" destId="{9B31F8FE-3AF9-4012-871A-0B16E3A3A9B5}" srcOrd="3" destOrd="0" presId="urn:microsoft.com/office/officeart/2005/8/layout/chevron2"/>
    <dgm:cxn modelId="{5BC7376D-C016-48BF-B03B-C43BC3A30748}" type="presParOf" srcId="{8FE10705-6421-4F40-A9BF-42D93B6CBE52}" destId="{8E332133-1F16-4900-9135-3E8850C17FA4}" srcOrd="4" destOrd="0" presId="urn:microsoft.com/office/officeart/2005/8/layout/chevron2"/>
    <dgm:cxn modelId="{3525420D-B960-43B7-8B4C-4748FA6252EB}" type="presParOf" srcId="{8E332133-1F16-4900-9135-3E8850C17FA4}" destId="{ED52859C-1ED7-4D5D-A912-DE1D56933658}" srcOrd="0" destOrd="0" presId="urn:microsoft.com/office/officeart/2005/8/layout/chevron2"/>
    <dgm:cxn modelId="{93D23B99-4560-4920-A519-56E5F4345ADC}" type="presParOf" srcId="{8E332133-1F16-4900-9135-3E8850C17FA4}" destId="{E3CBCF9F-CEB5-42A2-B9A9-4C748302071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D10A6C-313D-4467-9A03-231E7653E2BC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D239392A-4610-4F4F-BE65-91E5158A0273}">
      <dgm:prSet phldrT="[Text]" custT="1"/>
      <dgm:spPr>
        <a:solidFill>
          <a:srgbClr val="FF7C80"/>
        </a:solidFill>
      </dgm:spPr>
      <dgm:t>
        <a:bodyPr anchor="t"/>
        <a:lstStyle/>
        <a:p>
          <a:pPr algn="l"/>
          <a:r>
            <a:rPr lang="en-MY" sz="1400" b="1" i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Reporting</a:t>
          </a:r>
        </a:p>
        <a:p>
          <a:pPr algn="l"/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Berdasarkan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situasi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berikut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Ahmad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telah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melakukan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kesalahan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iaitu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peperiksaan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Hal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sudah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menunjukkan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bahawa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sikap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ketidakjujuran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sikap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pentingkan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diri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oleh Ahmad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sendiri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Sikap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juga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membawa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masalah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besar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kepada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dirinya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datang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kelak</a:t>
          </a:r>
          <a:r>
            <a: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598B801A-5351-40F7-9FC4-EBA198F55E83}" type="parTrans" cxnId="{E753BE10-B956-48D1-90D6-72E6C0DD2EA5}">
      <dgm:prSet/>
      <dgm:spPr/>
      <dgm:t>
        <a:bodyPr/>
        <a:lstStyle/>
        <a:p>
          <a:endParaRPr lang="en-MY"/>
        </a:p>
      </dgm:t>
    </dgm:pt>
    <dgm:pt modelId="{BD6E5A81-8E08-4A70-B514-0D94DD8E3B67}" type="sibTrans" cxnId="{E753BE10-B956-48D1-90D6-72E6C0DD2EA5}">
      <dgm:prSet custT="1"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 anchor="t"/>
        <a:lstStyle/>
        <a:p>
          <a:pPr algn="l"/>
          <a:endParaRPr lang="en-MY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2C6F34-0A07-485E-AC61-3018BCFBBDB3}">
      <dgm:prSet phldrT="[Text]" custT="1"/>
      <dgm:spPr>
        <a:solidFill>
          <a:srgbClr val="FFC000"/>
        </a:solidFill>
      </dgm:spPr>
      <dgm:t>
        <a:bodyPr anchor="t"/>
        <a:lstStyle/>
        <a:p>
          <a:pPr algn="l"/>
          <a:r>
            <a:rPr lang="en-MY" sz="1400" b="1" i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Responding</a:t>
          </a:r>
        </a:p>
        <a:p>
          <a:pPr algn="l"/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percaya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bahawa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tersebut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amatlah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terdesak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kerana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mempunyai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sifat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keinginan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cemerlang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hidup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manusia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mempunyai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matlamat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hidup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sekiranya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terdapat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sesuatu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halangan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maka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sedaya-upaya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menyelasaikan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masalah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tersebut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92EBF761-1B53-4D10-B304-4F9C2FEA4175}" type="parTrans" cxnId="{37B872C5-D356-41B3-BBCB-16BF914AAEE2}">
      <dgm:prSet/>
      <dgm:spPr/>
      <dgm:t>
        <a:bodyPr/>
        <a:lstStyle/>
        <a:p>
          <a:endParaRPr lang="en-MY"/>
        </a:p>
      </dgm:t>
    </dgm:pt>
    <dgm:pt modelId="{4D172BAD-82A4-4AD0-9E7D-FC0E7CD07CC5}" type="sibTrans" cxnId="{37B872C5-D356-41B3-BBCB-16BF914AAEE2}">
      <dgm:prSet custT="1"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 anchor="t"/>
        <a:lstStyle/>
        <a:p>
          <a:pPr algn="l"/>
          <a:endParaRPr lang="en-MY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D338397-B648-4F91-90EC-31E12192ED7E}">
      <dgm:prSet phldrT="[Text]" custT="1"/>
      <dgm:spPr>
        <a:solidFill>
          <a:srgbClr val="FFFF66"/>
        </a:solidFill>
      </dgm:spPr>
      <dgm:t>
        <a:bodyPr anchor="t"/>
        <a:lstStyle/>
        <a:p>
          <a:pPr algn="l"/>
          <a:r>
            <a:rPr lang="en-MY" sz="1400" b="1" i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Relating</a:t>
          </a:r>
        </a:p>
        <a:p>
          <a:pPr algn="l"/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pernah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melihat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seorang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rakan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peperiksaan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PT3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cara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menyelitkan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nota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belakang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pam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tandas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sengaja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pergi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pergi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tandas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kerap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Akhirnya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ditangkap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diberikan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amaran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supaya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mengulanginya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kali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kedua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 </a:t>
          </a:r>
        </a:p>
      </dgm:t>
    </dgm:pt>
    <dgm:pt modelId="{8ACA326C-1D39-44A2-B3D3-A28EC7DFD05D}" type="parTrans" cxnId="{A86F126A-5B52-4845-B4DC-A991FC4C82C4}">
      <dgm:prSet/>
      <dgm:spPr/>
      <dgm:t>
        <a:bodyPr/>
        <a:lstStyle/>
        <a:p>
          <a:endParaRPr lang="en-MY"/>
        </a:p>
      </dgm:t>
    </dgm:pt>
    <dgm:pt modelId="{5429C35E-82D2-4C0D-9595-40F05C67C13D}" type="sibTrans" cxnId="{A86F126A-5B52-4845-B4DC-A991FC4C82C4}">
      <dgm:prSet custT="1"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 anchor="t"/>
        <a:lstStyle/>
        <a:p>
          <a:pPr algn="l"/>
          <a:endParaRPr lang="en-MY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A53ED5-B8A6-47AC-88F1-DCDADB3A3A10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 anchor="t"/>
        <a:lstStyle/>
        <a:p>
          <a:pPr algn="l"/>
          <a:r>
            <a:rPr lang="en-MY" sz="1400" b="1" i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Reasoning</a:t>
          </a:r>
        </a:p>
        <a:p>
          <a:pPr algn="l"/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Berdasarkan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konteks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,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sedar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bahawa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kekurangan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sifat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kejujuran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merupakan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kunci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utama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Ahmad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terlibat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situasi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berikut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Hal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dikatakan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demikian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kerana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percaya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dapat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menjauhi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daripada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sifat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walaupun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situasi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terdesak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787D58FF-3FFC-466A-9137-BB94210E3AEC}" type="parTrans" cxnId="{9A9C0073-0323-4A2B-A5D2-9DA4255A6821}">
      <dgm:prSet/>
      <dgm:spPr/>
      <dgm:t>
        <a:bodyPr/>
        <a:lstStyle/>
        <a:p>
          <a:endParaRPr lang="en-MY"/>
        </a:p>
      </dgm:t>
    </dgm:pt>
    <dgm:pt modelId="{7357D136-DE66-4753-870D-8F529442FF6D}" type="sibTrans" cxnId="{9A9C0073-0323-4A2B-A5D2-9DA4255A6821}">
      <dgm:prSet custT="1"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 anchor="t"/>
        <a:lstStyle/>
        <a:p>
          <a:pPr algn="l"/>
          <a:endParaRPr lang="en-MY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BCA8C3-38F2-4006-9A93-A250F8559327}">
      <dgm:prSet phldrT="[Text]" custT="1"/>
      <dgm:spPr>
        <a:solidFill>
          <a:srgbClr val="A767E7"/>
        </a:solidFill>
      </dgm:spPr>
      <dgm:t>
        <a:bodyPr anchor="t"/>
        <a:lstStyle/>
        <a:p>
          <a:pPr algn="l"/>
          <a:r>
            <a:rPr lang="en-MY" sz="1400" b="1" i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Reconstructing</a:t>
          </a:r>
        </a:p>
        <a:p>
          <a:pPr algn="l"/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Antara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cara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mengelakkan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daripada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situasi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mendalami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ilmu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agama. Saya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yakin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bahawa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setiap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agama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mengajarkan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penganutnya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supaya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bersifat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benar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apa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jua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situasi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bahkan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sikap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suka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berbohong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boleh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dianggap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satu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dosa. Oleh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itu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seseorang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benar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diberikan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ganjaran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bahkan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kejayaan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duniawi</a:t>
          </a:r>
          <a:r>
            <a:rPr lang="en-MY" sz="1400" b="0" i="0" u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7977BC0B-531A-484E-B93E-4472EA837613}" type="parTrans" cxnId="{92610C80-1552-4D43-A4E0-9EE5E2F02525}">
      <dgm:prSet/>
      <dgm:spPr/>
      <dgm:t>
        <a:bodyPr/>
        <a:lstStyle/>
        <a:p>
          <a:endParaRPr lang="en-MY"/>
        </a:p>
      </dgm:t>
    </dgm:pt>
    <dgm:pt modelId="{DDDB1052-52CD-4357-A3D2-6EA4727EB0EF}" type="sibTrans" cxnId="{92610C80-1552-4D43-A4E0-9EE5E2F02525}">
      <dgm:prSet/>
      <dgm:spPr/>
      <dgm:t>
        <a:bodyPr/>
        <a:lstStyle/>
        <a:p>
          <a:endParaRPr lang="en-MY"/>
        </a:p>
      </dgm:t>
    </dgm:pt>
    <dgm:pt modelId="{E1A64CD7-95BC-448C-9AE7-DDE303278388}" type="pres">
      <dgm:prSet presAssocID="{EAD10A6C-313D-4467-9A03-231E7653E2BC}" presName="Name0" presStyleCnt="0">
        <dgm:presLayoutVars>
          <dgm:dir/>
          <dgm:resizeHandles val="exact"/>
        </dgm:presLayoutVars>
      </dgm:prSet>
      <dgm:spPr/>
    </dgm:pt>
    <dgm:pt modelId="{3FE2F023-451B-4A03-B7BE-E552C6E545C0}" type="pres">
      <dgm:prSet presAssocID="{D239392A-4610-4F4F-BE65-91E5158A0273}" presName="node" presStyleLbl="node1" presStyleIdx="0" presStyleCnt="5" custScaleX="154055" custScaleY="108811" custLinFactNeighborX="-18423" custLinFactNeighborY="-531">
        <dgm:presLayoutVars>
          <dgm:bulletEnabled val="1"/>
        </dgm:presLayoutVars>
      </dgm:prSet>
      <dgm:spPr/>
    </dgm:pt>
    <dgm:pt modelId="{D9FA2386-CDDF-4483-A516-FCCEC84F2F9B}" type="pres">
      <dgm:prSet presAssocID="{BD6E5A81-8E08-4A70-B514-0D94DD8E3B67}" presName="sibTrans" presStyleLbl="sibTrans1D1" presStyleIdx="0" presStyleCnt="4"/>
      <dgm:spPr/>
    </dgm:pt>
    <dgm:pt modelId="{F5F7CE13-89D2-4EAF-88F8-5574F41ACA78}" type="pres">
      <dgm:prSet presAssocID="{BD6E5A81-8E08-4A70-B514-0D94DD8E3B67}" presName="connectorText" presStyleLbl="sibTrans1D1" presStyleIdx="0" presStyleCnt="4"/>
      <dgm:spPr/>
    </dgm:pt>
    <dgm:pt modelId="{AE517743-3511-4BFA-930F-1D6BAC7AA3CF}" type="pres">
      <dgm:prSet presAssocID="{242C6F34-0A07-485E-AC61-3018BCFBBDB3}" presName="node" presStyleLbl="node1" presStyleIdx="1" presStyleCnt="5" custScaleX="165025" custScaleY="108810" custLinFactNeighborX="19828" custLinFactNeighborY="-531">
        <dgm:presLayoutVars>
          <dgm:bulletEnabled val="1"/>
        </dgm:presLayoutVars>
      </dgm:prSet>
      <dgm:spPr/>
    </dgm:pt>
    <dgm:pt modelId="{BE7C2347-2120-48C0-AF5A-CC6F57B5207B}" type="pres">
      <dgm:prSet presAssocID="{4D172BAD-82A4-4AD0-9E7D-FC0E7CD07CC5}" presName="sibTrans" presStyleLbl="sibTrans1D1" presStyleIdx="1" presStyleCnt="4"/>
      <dgm:spPr/>
    </dgm:pt>
    <dgm:pt modelId="{DD604EB7-97C6-4AD8-953D-4D95CA25AD99}" type="pres">
      <dgm:prSet presAssocID="{4D172BAD-82A4-4AD0-9E7D-FC0E7CD07CC5}" presName="connectorText" presStyleLbl="sibTrans1D1" presStyleIdx="1" presStyleCnt="4"/>
      <dgm:spPr/>
    </dgm:pt>
    <dgm:pt modelId="{51192523-4C30-4273-90CF-430625A7DB9A}" type="pres">
      <dgm:prSet presAssocID="{BD338397-B648-4F91-90EC-31E12192ED7E}" presName="node" presStyleLbl="node1" presStyleIdx="2" presStyleCnt="5" custScaleX="152373" custLinFactNeighborX="-26490" custLinFactNeighborY="-2936">
        <dgm:presLayoutVars>
          <dgm:bulletEnabled val="1"/>
        </dgm:presLayoutVars>
      </dgm:prSet>
      <dgm:spPr/>
    </dgm:pt>
    <dgm:pt modelId="{EF6F5780-F776-42DE-9B29-26F849FBF763}" type="pres">
      <dgm:prSet presAssocID="{5429C35E-82D2-4C0D-9595-40F05C67C13D}" presName="sibTrans" presStyleLbl="sibTrans1D1" presStyleIdx="2" presStyleCnt="4"/>
      <dgm:spPr/>
    </dgm:pt>
    <dgm:pt modelId="{504C8701-5DDD-4312-ADEB-39A5718D60CC}" type="pres">
      <dgm:prSet presAssocID="{5429C35E-82D2-4C0D-9595-40F05C67C13D}" presName="connectorText" presStyleLbl="sibTrans1D1" presStyleIdx="2" presStyleCnt="4"/>
      <dgm:spPr/>
    </dgm:pt>
    <dgm:pt modelId="{6F21F607-7B98-4FFB-A60A-12BE763FE93D}" type="pres">
      <dgm:prSet presAssocID="{A5A53ED5-B8A6-47AC-88F1-DCDADB3A3A10}" presName="node" presStyleLbl="node1" presStyleIdx="3" presStyleCnt="5" custScaleX="163674" custScaleY="101481" custLinFactNeighborX="20067" custLinFactNeighborY="-3065">
        <dgm:presLayoutVars>
          <dgm:bulletEnabled val="1"/>
        </dgm:presLayoutVars>
      </dgm:prSet>
      <dgm:spPr/>
    </dgm:pt>
    <dgm:pt modelId="{37DBEC4B-5EA8-4828-B048-5715536BC1AF}" type="pres">
      <dgm:prSet presAssocID="{7357D136-DE66-4753-870D-8F529442FF6D}" presName="sibTrans" presStyleLbl="sibTrans1D1" presStyleIdx="3" presStyleCnt="4"/>
      <dgm:spPr/>
    </dgm:pt>
    <dgm:pt modelId="{260FC3B2-FBDC-4428-ABC1-FF9787BFE14F}" type="pres">
      <dgm:prSet presAssocID="{7357D136-DE66-4753-870D-8F529442FF6D}" presName="connectorText" presStyleLbl="sibTrans1D1" presStyleIdx="3" presStyleCnt="4"/>
      <dgm:spPr/>
    </dgm:pt>
    <dgm:pt modelId="{948BBF73-AF9D-49D6-874E-C9F07322E8BA}" type="pres">
      <dgm:prSet presAssocID="{26BCA8C3-38F2-4006-9A93-A250F8559327}" presName="node" presStyleLbl="node1" presStyleIdx="4" presStyleCnt="5" custScaleX="203045" custLinFactNeighborX="69518" custLinFactNeighborY="531">
        <dgm:presLayoutVars>
          <dgm:bulletEnabled val="1"/>
        </dgm:presLayoutVars>
      </dgm:prSet>
      <dgm:spPr/>
    </dgm:pt>
  </dgm:ptLst>
  <dgm:cxnLst>
    <dgm:cxn modelId="{E753BE10-B956-48D1-90D6-72E6C0DD2EA5}" srcId="{EAD10A6C-313D-4467-9A03-231E7653E2BC}" destId="{D239392A-4610-4F4F-BE65-91E5158A0273}" srcOrd="0" destOrd="0" parTransId="{598B801A-5351-40F7-9FC4-EBA198F55E83}" sibTransId="{BD6E5A81-8E08-4A70-B514-0D94DD8E3B67}"/>
    <dgm:cxn modelId="{D8AE7E33-CC06-4049-B40A-3D6D2850CF39}" type="presOf" srcId="{5429C35E-82D2-4C0D-9595-40F05C67C13D}" destId="{504C8701-5DDD-4312-ADEB-39A5718D60CC}" srcOrd="1" destOrd="0" presId="urn:microsoft.com/office/officeart/2005/8/layout/bProcess3"/>
    <dgm:cxn modelId="{89AA8163-E84F-4EAF-ABAB-DE683A780C75}" type="presOf" srcId="{4D172BAD-82A4-4AD0-9E7D-FC0E7CD07CC5}" destId="{BE7C2347-2120-48C0-AF5A-CC6F57B5207B}" srcOrd="0" destOrd="0" presId="urn:microsoft.com/office/officeart/2005/8/layout/bProcess3"/>
    <dgm:cxn modelId="{2351DF49-18E1-4EE1-877A-E3FBBCCF5A7A}" type="presOf" srcId="{7357D136-DE66-4753-870D-8F529442FF6D}" destId="{260FC3B2-FBDC-4428-ABC1-FF9787BFE14F}" srcOrd="1" destOrd="0" presId="urn:microsoft.com/office/officeart/2005/8/layout/bProcess3"/>
    <dgm:cxn modelId="{A86F126A-5B52-4845-B4DC-A991FC4C82C4}" srcId="{EAD10A6C-313D-4467-9A03-231E7653E2BC}" destId="{BD338397-B648-4F91-90EC-31E12192ED7E}" srcOrd="2" destOrd="0" parTransId="{8ACA326C-1D39-44A2-B3D3-A28EC7DFD05D}" sibTransId="{5429C35E-82D2-4C0D-9595-40F05C67C13D}"/>
    <dgm:cxn modelId="{9A9C0073-0323-4A2B-A5D2-9DA4255A6821}" srcId="{EAD10A6C-313D-4467-9A03-231E7653E2BC}" destId="{A5A53ED5-B8A6-47AC-88F1-DCDADB3A3A10}" srcOrd="3" destOrd="0" parTransId="{787D58FF-3FFC-466A-9137-BB94210E3AEC}" sibTransId="{7357D136-DE66-4753-870D-8F529442FF6D}"/>
    <dgm:cxn modelId="{60231A57-4B25-4A3D-966B-7B1FF3E402D7}" type="presOf" srcId="{BD6E5A81-8E08-4A70-B514-0D94DD8E3B67}" destId="{D9FA2386-CDDF-4483-A516-FCCEC84F2F9B}" srcOrd="0" destOrd="0" presId="urn:microsoft.com/office/officeart/2005/8/layout/bProcess3"/>
    <dgm:cxn modelId="{53578878-A8C0-48EC-8122-1E712A356B98}" type="presOf" srcId="{242C6F34-0A07-485E-AC61-3018BCFBBDB3}" destId="{AE517743-3511-4BFA-930F-1D6BAC7AA3CF}" srcOrd="0" destOrd="0" presId="urn:microsoft.com/office/officeart/2005/8/layout/bProcess3"/>
    <dgm:cxn modelId="{544C877B-E416-46BD-8001-DF7B9197A8CD}" type="presOf" srcId="{7357D136-DE66-4753-870D-8F529442FF6D}" destId="{37DBEC4B-5EA8-4828-B048-5715536BC1AF}" srcOrd="0" destOrd="0" presId="urn:microsoft.com/office/officeart/2005/8/layout/bProcess3"/>
    <dgm:cxn modelId="{2596F37C-6AA2-4068-8B36-4E1C6AC4AC4B}" type="presOf" srcId="{EAD10A6C-313D-4467-9A03-231E7653E2BC}" destId="{E1A64CD7-95BC-448C-9AE7-DDE303278388}" srcOrd="0" destOrd="0" presId="urn:microsoft.com/office/officeart/2005/8/layout/bProcess3"/>
    <dgm:cxn modelId="{92610C80-1552-4D43-A4E0-9EE5E2F02525}" srcId="{EAD10A6C-313D-4467-9A03-231E7653E2BC}" destId="{26BCA8C3-38F2-4006-9A93-A250F8559327}" srcOrd="4" destOrd="0" parTransId="{7977BC0B-531A-484E-B93E-4472EA837613}" sibTransId="{DDDB1052-52CD-4357-A3D2-6EA4727EB0EF}"/>
    <dgm:cxn modelId="{0FCB6092-6645-45B7-A225-D3CE6488F962}" type="presOf" srcId="{BD338397-B648-4F91-90EC-31E12192ED7E}" destId="{51192523-4C30-4273-90CF-430625A7DB9A}" srcOrd="0" destOrd="0" presId="urn:microsoft.com/office/officeart/2005/8/layout/bProcess3"/>
    <dgm:cxn modelId="{0134C294-81C7-4E8F-B1CD-223CD5A64A46}" type="presOf" srcId="{5429C35E-82D2-4C0D-9595-40F05C67C13D}" destId="{EF6F5780-F776-42DE-9B29-26F849FBF763}" srcOrd="0" destOrd="0" presId="urn:microsoft.com/office/officeart/2005/8/layout/bProcess3"/>
    <dgm:cxn modelId="{3DD23096-EF78-437A-90E3-20D822009F47}" type="presOf" srcId="{26BCA8C3-38F2-4006-9A93-A250F8559327}" destId="{948BBF73-AF9D-49D6-874E-C9F07322E8BA}" srcOrd="0" destOrd="0" presId="urn:microsoft.com/office/officeart/2005/8/layout/bProcess3"/>
    <dgm:cxn modelId="{AC3AC799-2133-4418-B718-E050AADBB5F3}" type="presOf" srcId="{D239392A-4610-4F4F-BE65-91E5158A0273}" destId="{3FE2F023-451B-4A03-B7BE-E552C6E545C0}" srcOrd="0" destOrd="0" presId="urn:microsoft.com/office/officeart/2005/8/layout/bProcess3"/>
    <dgm:cxn modelId="{B45F4CB2-7DCD-4F6B-8820-A385CBBAEEFD}" type="presOf" srcId="{BD6E5A81-8E08-4A70-B514-0D94DD8E3B67}" destId="{F5F7CE13-89D2-4EAF-88F8-5574F41ACA78}" srcOrd="1" destOrd="0" presId="urn:microsoft.com/office/officeart/2005/8/layout/bProcess3"/>
    <dgm:cxn modelId="{018539B9-6634-4D50-B281-0489943BA652}" type="presOf" srcId="{A5A53ED5-B8A6-47AC-88F1-DCDADB3A3A10}" destId="{6F21F607-7B98-4FFB-A60A-12BE763FE93D}" srcOrd="0" destOrd="0" presId="urn:microsoft.com/office/officeart/2005/8/layout/bProcess3"/>
    <dgm:cxn modelId="{37B872C5-D356-41B3-BBCB-16BF914AAEE2}" srcId="{EAD10A6C-313D-4467-9A03-231E7653E2BC}" destId="{242C6F34-0A07-485E-AC61-3018BCFBBDB3}" srcOrd="1" destOrd="0" parTransId="{92EBF761-1B53-4D10-B304-4F9C2FEA4175}" sibTransId="{4D172BAD-82A4-4AD0-9E7D-FC0E7CD07CC5}"/>
    <dgm:cxn modelId="{79CF23ED-D6E0-48D3-86DB-85903F6E1663}" type="presOf" srcId="{4D172BAD-82A4-4AD0-9E7D-FC0E7CD07CC5}" destId="{DD604EB7-97C6-4AD8-953D-4D95CA25AD99}" srcOrd="1" destOrd="0" presId="urn:microsoft.com/office/officeart/2005/8/layout/bProcess3"/>
    <dgm:cxn modelId="{B6088E42-77C1-4238-BD3F-A41406BF9D56}" type="presParOf" srcId="{E1A64CD7-95BC-448C-9AE7-DDE303278388}" destId="{3FE2F023-451B-4A03-B7BE-E552C6E545C0}" srcOrd="0" destOrd="0" presId="urn:microsoft.com/office/officeart/2005/8/layout/bProcess3"/>
    <dgm:cxn modelId="{60CD145E-2A34-4BF1-BC17-324045B94F3F}" type="presParOf" srcId="{E1A64CD7-95BC-448C-9AE7-DDE303278388}" destId="{D9FA2386-CDDF-4483-A516-FCCEC84F2F9B}" srcOrd="1" destOrd="0" presId="urn:microsoft.com/office/officeart/2005/8/layout/bProcess3"/>
    <dgm:cxn modelId="{D0294112-BBBF-4BD1-9B57-E6D92176DCF3}" type="presParOf" srcId="{D9FA2386-CDDF-4483-A516-FCCEC84F2F9B}" destId="{F5F7CE13-89D2-4EAF-88F8-5574F41ACA78}" srcOrd="0" destOrd="0" presId="urn:microsoft.com/office/officeart/2005/8/layout/bProcess3"/>
    <dgm:cxn modelId="{81D111F7-F1E4-411A-B4F3-052747E2AE5E}" type="presParOf" srcId="{E1A64CD7-95BC-448C-9AE7-DDE303278388}" destId="{AE517743-3511-4BFA-930F-1D6BAC7AA3CF}" srcOrd="2" destOrd="0" presId="urn:microsoft.com/office/officeart/2005/8/layout/bProcess3"/>
    <dgm:cxn modelId="{41256346-EA37-499D-B210-7D463D11DE57}" type="presParOf" srcId="{E1A64CD7-95BC-448C-9AE7-DDE303278388}" destId="{BE7C2347-2120-48C0-AF5A-CC6F57B5207B}" srcOrd="3" destOrd="0" presId="urn:microsoft.com/office/officeart/2005/8/layout/bProcess3"/>
    <dgm:cxn modelId="{98E46CB3-864E-4276-9115-7B8B47BFB859}" type="presParOf" srcId="{BE7C2347-2120-48C0-AF5A-CC6F57B5207B}" destId="{DD604EB7-97C6-4AD8-953D-4D95CA25AD99}" srcOrd="0" destOrd="0" presId="urn:microsoft.com/office/officeart/2005/8/layout/bProcess3"/>
    <dgm:cxn modelId="{21B7A3A7-F3A0-4FCB-A6C9-80E641DB0B0C}" type="presParOf" srcId="{E1A64CD7-95BC-448C-9AE7-DDE303278388}" destId="{51192523-4C30-4273-90CF-430625A7DB9A}" srcOrd="4" destOrd="0" presId="urn:microsoft.com/office/officeart/2005/8/layout/bProcess3"/>
    <dgm:cxn modelId="{5D2D386F-4176-474A-9795-9657F89BC3D0}" type="presParOf" srcId="{E1A64CD7-95BC-448C-9AE7-DDE303278388}" destId="{EF6F5780-F776-42DE-9B29-26F849FBF763}" srcOrd="5" destOrd="0" presId="urn:microsoft.com/office/officeart/2005/8/layout/bProcess3"/>
    <dgm:cxn modelId="{349297EF-117D-41D1-9204-EE7E47AA09A3}" type="presParOf" srcId="{EF6F5780-F776-42DE-9B29-26F849FBF763}" destId="{504C8701-5DDD-4312-ADEB-39A5718D60CC}" srcOrd="0" destOrd="0" presId="urn:microsoft.com/office/officeart/2005/8/layout/bProcess3"/>
    <dgm:cxn modelId="{15F31E0E-E18E-4402-813D-54CD109707FE}" type="presParOf" srcId="{E1A64CD7-95BC-448C-9AE7-DDE303278388}" destId="{6F21F607-7B98-4FFB-A60A-12BE763FE93D}" srcOrd="6" destOrd="0" presId="urn:microsoft.com/office/officeart/2005/8/layout/bProcess3"/>
    <dgm:cxn modelId="{C05EB942-26B3-417E-8259-FF58B5191463}" type="presParOf" srcId="{E1A64CD7-95BC-448C-9AE7-DDE303278388}" destId="{37DBEC4B-5EA8-4828-B048-5715536BC1AF}" srcOrd="7" destOrd="0" presId="urn:microsoft.com/office/officeart/2005/8/layout/bProcess3"/>
    <dgm:cxn modelId="{07D590E0-6FE0-4501-BFB7-04883F08F4DE}" type="presParOf" srcId="{37DBEC4B-5EA8-4828-B048-5715536BC1AF}" destId="{260FC3B2-FBDC-4428-ABC1-FF9787BFE14F}" srcOrd="0" destOrd="0" presId="urn:microsoft.com/office/officeart/2005/8/layout/bProcess3"/>
    <dgm:cxn modelId="{15F892FA-BEB3-4E23-8DD7-BD6DD2DABBB5}" type="presParOf" srcId="{E1A64CD7-95BC-448C-9AE7-DDE303278388}" destId="{948BBF73-AF9D-49D6-874E-C9F07322E8BA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4D1EE-EFB1-4A84-862E-EA76060FFD85}">
      <dsp:nvSpPr>
        <dsp:cNvPr id="0" name=""/>
        <dsp:cNvSpPr/>
      </dsp:nvSpPr>
      <dsp:spPr>
        <a:xfrm>
          <a:off x="221003" y="1178253"/>
          <a:ext cx="1924671" cy="489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/>
            <a:t>TANGGUNGJAWAB</a:t>
          </a:r>
        </a:p>
      </dsp:txBody>
      <dsp:txXfrm>
        <a:off x="221003" y="1178253"/>
        <a:ext cx="1924671" cy="489780"/>
      </dsp:txXfrm>
    </dsp:sp>
    <dsp:sp modelId="{5583D095-6083-4741-9CD8-13E3A5CC38A6}">
      <dsp:nvSpPr>
        <dsp:cNvPr id="0" name=""/>
        <dsp:cNvSpPr/>
      </dsp:nvSpPr>
      <dsp:spPr>
        <a:xfrm>
          <a:off x="2256614" y="720635"/>
          <a:ext cx="517711" cy="1287000"/>
        </a:xfrm>
        <a:prstGeom prst="leftBrace">
          <a:avLst>
            <a:gd name="adj1" fmla="val 35000"/>
            <a:gd name="adj2" fmla="val 5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6FB97D-B6C6-47F3-B398-4520CED5F030}">
      <dsp:nvSpPr>
        <dsp:cNvPr id="0" name=""/>
        <dsp:cNvSpPr/>
      </dsp:nvSpPr>
      <dsp:spPr>
        <a:xfrm>
          <a:off x="2975329" y="747533"/>
          <a:ext cx="7040879" cy="1287000"/>
        </a:xfrm>
        <a:prstGeom prst="rect">
          <a:avLst/>
        </a:prstGeom>
        <a:solidFill>
          <a:srgbClr val="FFFF66"/>
        </a:solidFill>
        <a:ln w="1905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Tanggungjawab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perlu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ada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pada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setiap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diri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seseorang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ialah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sifat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bertanggungjawab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Nilai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merujuk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kepada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kewajipan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dipikul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kepada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orang yang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ditanggung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seorang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ketua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pemimpin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pelajar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hendaklah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melaksanakan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tanggungjawab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sempurna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sepertimana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janji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ketika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mengangkat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ikrar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janji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semasa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watikah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perlantikan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ketua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pelajar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Kelakuan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baik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boleh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dijadikan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tauladan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kepada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orang lain. </a:t>
          </a:r>
        </a:p>
      </dsp:txBody>
      <dsp:txXfrm>
        <a:off x="2975329" y="747533"/>
        <a:ext cx="7040879" cy="1287000"/>
      </dsp:txXfrm>
    </dsp:sp>
    <dsp:sp modelId="{43E3DE45-084D-4DE0-A764-FE21DE0766A7}">
      <dsp:nvSpPr>
        <dsp:cNvPr id="0" name=""/>
        <dsp:cNvSpPr/>
      </dsp:nvSpPr>
      <dsp:spPr>
        <a:xfrm>
          <a:off x="531630" y="3216981"/>
          <a:ext cx="1303416" cy="361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/>
            <a:t>INTEGRITI</a:t>
          </a:r>
        </a:p>
      </dsp:txBody>
      <dsp:txXfrm>
        <a:off x="531630" y="3216981"/>
        <a:ext cx="1303416" cy="361299"/>
      </dsp:txXfrm>
    </dsp:sp>
    <dsp:sp modelId="{04ABD1C3-A680-4DC0-B4D1-8F8BACEEDA23}">
      <dsp:nvSpPr>
        <dsp:cNvPr id="0" name=""/>
        <dsp:cNvSpPr/>
      </dsp:nvSpPr>
      <dsp:spPr>
        <a:xfrm>
          <a:off x="2238339" y="2654015"/>
          <a:ext cx="517711" cy="1287000"/>
        </a:xfrm>
        <a:prstGeom prst="leftBrace">
          <a:avLst>
            <a:gd name="adj1" fmla="val 35000"/>
            <a:gd name="adj2" fmla="val 5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30D132-6956-41F1-AF31-0A06AC94FFB1}">
      <dsp:nvSpPr>
        <dsp:cNvPr id="0" name=""/>
        <dsp:cNvSpPr/>
      </dsp:nvSpPr>
      <dsp:spPr>
        <a:xfrm>
          <a:off x="2957236" y="2754118"/>
          <a:ext cx="7040879" cy="1287000"/>
        </a:xfrm>
        <a:prstGeom prst="rect">
          <a:avLst/>
        </a:prstGeom>
        <a:solidFill>
          <a:srgbClr val="FFFF66"/>
        </a:solidFill>
        <a:ln w="1905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 Sifat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integriti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merujuk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kepada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sifat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kejujuran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bagi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seseorang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individu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Nilai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termasuklah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sentiasa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bersifat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benar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dimana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jua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samada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dari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pertuturan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kata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serta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kelakuan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contoh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berusaha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mencari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alternatif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menghadapi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peperiksaan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walaupun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kesuntukkan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masa. Cari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lebih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baik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kerana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kejayaan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dimiliki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datang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daripada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usaha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sendiri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bukannya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cara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berintegriti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2957236" y="2754118"/>
        <a:ext cx="7040879" cy="1287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5547C5-9A54-4535-8FC7-D49379635022}">
      <dsp:nvSpPr>
        <dsp:cNvPr id="0" name=""/>
        <dsp:cNvSpPr/>
      </dsp:nvSpPr>
      <dsp:spPr>
        <a:xfrm rot="5400000">
          <a:off x="-230876" y="234446"/>
          <a:ext cx="1539177" cy="1077424"/>
        </a:xfrm>
        <a:prstGeom prst="chevron">
          <a:avLst/>
        </a:prstGeom>
        <a:solidFill>
          <a:srgbClr val="FF7C80"/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Perkara</a:t>
          </a:r>
          <a:r>
            <a:rPr lang="en-MY" sz="16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6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berlaku</a:t>
          </a:r>
          <a:endParaRPr lang="en-MY" sz="16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542281"/>
        <a:ext cx="1077424" cy="461753"/>
      </dsp:txXfrm>
    </dsp:sp>
    <dsp:sp modelId="{6E796406-E086-4BB8-BD97-1BACEA901A44}">
      <dsp:nvSpPr>
        <dsp:cNvPr id="0" name=""/>
        <dsp:cNvSpPr/>
      </dsp:nvSpPr>
      <dsp:spPr>
        <a:xfrm rot="5400000">
          <a:off x="4324839" y="-3243845"/>
          <a:ext cx="1000991" cy="749582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	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Kisah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menceritakan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tentang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seseorang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bernama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Ahmad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keadaan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terdesak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peperiksaan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. Dia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menyedari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bahawa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peperiksaan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merupakan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satu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kesalahan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tetapi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dia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sanggup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melakukan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apa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sahaja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mendapatkan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anugerah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kecermelangan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pelajar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itu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 rot="-5400000">
        <a:off x="1077424" y="52434"/>
        <a:ext cx="7446958" cy="903263"/>
      </dsp:txXfrm>
    </dsp:sp>
    <dsp:sp modelId="{B5CD74E3-4898-4546-B526-E8F5F9E93535}">
      <dsp:nvSpPr>
        <dsp:cNvPr id="0" name=""/>
        <dsp:cNvSpPr/>
      </dsp:nvSpPr>
      <dsp:spPr>
        <a:xfrm rot="5400000">
          <a:off x="-230876" y="1578950"/>
          <a:ext cx="1539177" cy="1077424"/>
        </a:xfrm>
        <a:prstGeom prst="chevron">
          <a:avLst/>
        </a:prstGeom>
        <a:solidFill>
          <a:srgbClr val="FFFF66"/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Kesan</a:t>
          </a:r>
          <a:endParaRPr lang="en-MY" sz="16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1886785"/>
        <a:ext cx="1077424" cy="461753"/>
      </dsp:txXfrm>
    </dsp:sp>
    <dsp:sp modelId="{AF601C3E-C293-4654-B5A8-C671B38C1ED8}">
      <dsp:nvSpPr>
        <dsp:cNvPr id="0" name=""/>
        <dsp:cNvSpPr/>
      </dsp:nvSpPr>
      <dsp:spPr>
        <a:xfrm rot="5400000">
          <a:off x="4325102" y="-1899604"/>
          <a:ext cx="1000465" cy="749582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	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Alhasil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tindakan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Ahmad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tersebut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yakni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peperiksaan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menyebabkan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dia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berasa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hidupnya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keadaan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tenteram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Sijil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didapatkannya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merupakan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hasil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kelakuan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bermoral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oleh Ahmad.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Secara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langsung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setelah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menjelang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dewasa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, Ahmad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terus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semasa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pekerjaan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seperti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isi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kandungan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i="1" kern="1200" dirty="0">
              <a:latin typeface="Arial" panose="020B0604020202020204" pitchFamily="34" charset="0"/>
              <a:cs typeface="Arial" panose="020B0604020202020204" pitchFamily="34" charset="0"/>
            </a:rPr>
            <a:t>resume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majikan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di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syarikatnya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 rot="-5400000">
        <a:off x="1077424" y="1396913"/>
        <a:ext cx="7446983" cy="902787"/>
      </dsp:txXfrm>
    </dsp:sp>
    <dsp:sp modelId="{ED52859C-1ED7-4D5D-A912-DE1D56933658}">
      <dsp:nvSpPr>
        <dsp:cNvPr id="0" name=""/>
        <dsp:cNvSpPr/>
      </dsp:nvSpPr>
      <dsp:spPr>
        <a:xfrm rot="5400000">
          <a:off x="-230876" y="2923454"/>
          <a:ext cx="1539177" cy="1077424"/>
        </a:xfrm>
        <a:prstGeom prst="chevron">
          <a:avLst/>
        </a:prstGeom>
        <a:solidFill>
          <a:srgbClr val="FFC000"/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Konklusi</a:t>
          </a:r>
          <a:endParaRPr lang="en-MY" sz="16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3231289"/>
        <a:ext cx="1077424" cy="461753"/>
      </dsp:txXfrm>
    </dsp:sp>
    <dsp:sp modelId="{E3CBCF9F-CEB5-42A2-B9A9-4C7483020719}">
      <dsp:nvSpPr>
        <dsp:cNvPr id="0" name=""/>
        <dsp:cNvSpPr/>
      </dsp:nvSpPr>
      <dsp:spPr>
        <a:xfrm rot="5400000">
          <a:off x="4325102" y="-555100"/>
          <a:ext cx="1000465" cy="749582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	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Natijahnya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agung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masyarakat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seperti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keadilan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keamanan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keharmonian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kesatuan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menjadikan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ia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sempurna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amat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penting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falsafah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kemanusian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berganjak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Seperti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situasi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seharusnya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memperkuat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-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nilai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murni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seperti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tanggungjawab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integriti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diri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agar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menjadi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insan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boleh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memberi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manfaat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latin typeface="Arial" panose="020B0604020202020204" pitchFamily="34" charset="0"/>
              <a:cs typeface="Arial" panose="020B0604020202020204" pitchFamily="34" charset="0"/>
            </a:rPr>
            <a:t>kepada</a:t>
          </a:r>
          <a:r>
            <a:rPr lang="en-MY" sz="1400" kern="1200" dirty="0">
              <a:latin typeface="Arial" panose="020B0604020202020204" pitchFamily="34" charset="0"/>
              <a:cs typeface="Arial" panose="020B0604020202020204" pitchFamily="34" charset="0"/>
            </a:rPr>
            <a:t> orang lain.</a:t>
          </a:r>
        </a:p>
      </dsp:txBody>
      <dsp:txXfrm rot="-5400000">
        <a:off x="1077424" y="2741417"/>
        <a:ext cx="7446983" cy="9027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A2386-CDDF-4483-A516-FCCEC84F2F9B}">
      <dsp:nvSpPr>
        <dsp:cNvPr id="0" name=""/>
        <dsp:cNvSpPr/>
      </dsp:nvSpPr>
      <dsp:spPr>
        <a:xfrm>
          <a:off x="4103036" y="824063"/>
          <a:ext cx="14899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5"/>
              </a:moveTo>
              <a:lnTo>
                <a:pt x="762084" y="45725"/>
              </a:lnTo>
              <a:lnTo>
                <a:pt x="762084" y="45720"/>
              </a:lnTo>
              <a:lnTo>
                <a:pt x="1489969" y="45720"/>
              </a:lnTo>
            </a:path>
          </a:pathLst>
        </a:custGeom>
        <a:noFill/>
        <a:ln w="25400" cap="rnd" cmpd="sng" algn="ctr">
          <a:solidFill>
            <a:schemeClr val="dk1"/>
          </a:solidFill>
          <a:prstDash val="solid"/>
          <a:tailEnd type="arrow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400" b="1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10006" y="866716"/>
        <a:ext cx="76028" cy="6134"/>
      </dsp:txXfrm>
    </dsp:sp>
    <dsp:sp modelId="{3FE2F023-451B-4A03-B7BE-E552C6E545C0}">
      <dsp:nvSpPr>
        <dsp:cNvPr id="0" name=""/>
        <dsp:cNvSpPr/>
      </dsp:nvSpPr>
      <dsp:spPr>
        <a:xfrm>
          <a:off x="0" y="0"/>
          <a:ext cx="4104836" cy="1739578"/>
        </a:xfrm>
        <a:prstGeom prst="rect">
          <a:avLst/>
        </a:prstGeom>
        <a:solidFill>
          <a:srgbClr val="FF7C8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b="1" i="1" u="sng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Reporting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Berdasarkan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situasi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berikut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Ahmad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telah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melakukan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kesalahan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iaitu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peperiksaan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Hal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sudah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menunjukkan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bahawa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sikap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ketidakjujuran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sikap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pentingkan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diri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oleh Ahmad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sendiri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Sikap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juga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membawa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masalah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besar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kepada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dirinya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datang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kelak</a:t>
          </a:r>
          <a:r>
            <a:rPr lang="en-MY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0" y="0"/>
        <a:ext cx="4104836" cy="1739578"/>
      </dsp:txXfrm>
    </dsp:sp>
    <dsp:sp modelId="{BE7C2347-2120-48C0-AF5A-CC6F57B5207B}">
      <dsp:nvSpPr>
        <dsp:cNvPr id="0" name=""/>
        <dsp:cNvSpPr/>
      </dsp:nvSpPr>
      <dsp:spPr>
        <a:xfrm>
          <a:off x="2030009" y="1737765"/>
          <a:ext cx="5793963" cy="555638"/>
        </a:xfrm>
        <a:custGeom>
          <a:avLst/>
          <a:gdLst/>
          <a:ahLst/>
          <a:cxnLst/>
          <a:rect l="0" t="0" r="0" b="0"/>
          <a:pathLst>
            <a:path>
              <a:moveTo>
                <a:pt x="5793963" y="0"/>
              </a:moveTo>
              <a:lnTo>
                <a:pt x="5793963" y="294919"/>
              </a:lnTo>
              <a:lnTo>
                <a:pt x="0" y="294919"/>
              </a:lnTo>
              <a:lnTo>
                <a:pt x="0" y="555638"/>
              </a:lnTo>
            </a:path>
          </a:pathLst>
        </a:custGeom>
        <a:noFill/>
        <a:ln w="25400" cap="rnd" cmpd="sng" algn="ctr">
          <a:solidFill>
            <a:schemeClr val="dk1"/>
          </a:solidFill>
          <a:prstDash val="solid"/>
          <a:tailEnd type="arrow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4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781402" y="2012517"/>
        <a:ext cx="291177" cy="6134"/>
      </dsp:txXfrm>
    </dsp:sp>
    <dsp:sp modelId="{AE517743-3511-4BFA-930F-1D6BAC7AA3CF}">
      <dsp:nvSpPr>
        <dsp:cNvPr id="0" name=""/>
        <dsp:cNvSpPr/>
      </dsp:nvSpPr>
      <dsp:spPr>
        <a:xfrm>
          <a:off x="5625405" y="2"/>
          <a:ext cx="4397135" cy="1739562"/>
        </a:xfrm>
        <a:prstGeom prst="rect">
          <a:avLst/>
        </a:prstGeom>
        <a:solidFill>
          <a:srgbClr val="FFC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b="1" i="1" u="sng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Responding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percaya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bahawa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tersebut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amatlah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terdesak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kerana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mempunyai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sifat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keinginan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cemerlang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hidup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manusia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mempunyai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matlamat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hidup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sekiranya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terdapat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sesuatu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halangan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maka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sedaya-upaya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menyelasaikan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masalah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tersebut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5625405" y="2"/>
        <a:ext cx="4397135" cy="1739562"/>
      </dsp:txXfrm>
    </dsp:sp>
    <dsp:sp modelId="{EF6F5780-F776-42DE-9B29-26F849FBF763}">
      <dsp:nvSpPr>
        <dsp:cNvPr id="0" name=""/>
        <dsp:cNvSpPr/>
      </dsp:nvSpPr>
      <dsp:spPr>
        <a:xfrm>
          <a:off x="4058219" y="3077379"/>
          <a:ext cx="15707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7782"/>
              </a:moveTo>
              <a:lnTo>
                <a:pt x="802492" y="47782"/>
              </a:lnTo>
              <a:lnTo>
                <a:pt x="802492" y="45720"/>
              </a:lnTo>
              <a:lnTo>
                <a:pt x="1570784" y="45720"/>
              </a:lnTo>
            </a:path>
          </a:pathLst>
        </a:custGeom>
        <a:noFill/>
        <a:ln w="25400" cap="rnd" cmpd="sng" algn="ctr">
          <a:solidFill>
            <a:schemeClr val="dk1"/>
          </a:solidFill>
          <a:prstDash val="solid"/>
          <a:tailEnd type="arrow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4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03576" y="3120032"/>
        <a:ext cx="80069" cy="6134"/>
      </dsp:txXfrm>
    </dsp:sp>
    <dsp:sp modelId="{51192523-4C30-4273-90CF-430625A7DB9A}">
      <dsp:nvSpPr>
        <dsp:cNvPr id="0" name=""/>
        <dsp:cNvSpPr/>
      </dsp:nvSpPr>
      <dsp:spPr>
        <a:xfrm>
          <a:off x="0" y="2325803"/>
          <a:ext cx="4060019" cy="1598715"/>
        </a:xfrm>
        <a:prstGeom prst="rect">
          <a:avLst/>
        </a:prstGeom>
        <a:solidFill>
          <a:srgbClr val="FFFF66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b="1" i="1" u="sng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Relating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pernah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melihat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seorang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rakan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peperiksaan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PT3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cara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menyelitkan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nota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belakang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pam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tandas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sengaja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pergi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pergi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tandas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kerap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Akhirnya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ditangkap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dan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diberikan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amaran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supaya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tidak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mengulanginya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kali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kedua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 </a:t>
          </a:r>
        </a:p>
      </dsp:txBody>
      <dsp:txXfrm>
        <a:off x="0" y="2325803"/>
        <a:ext cx="4060019" cy="1598715"/>
      </dsp:txXfrm>
    </dsp:sp>
    <dsp:sp modelId="{37DBEC4B-5EA8-4828-B048-5715536BC1AF}">
      <dsp:nvSpPr>
        <dsp:cNvPr id="0" name=""/>
        <dsp:cNvSpPr/>
      </dsp:nvSpPr>
      <dsp:spPr>
        <a:xfrm>
          <a:off x="5011283" y="3932495"/>
          <a:ext cx="2830688" cy="639725"/>
        </a:xfrm>
        <a:custGeom>
          <a:avLst/>
          <a:gdLst/>
          <a:ahLst/>
          <a:cxnLst/>
          <a:rect l="0" t="0" r="0" b="0"/>
          <a:pathLst>
            <a:path>
              <a:moveTo>
                <a:pt x="2830688" y="0"/>
              </a:moveTo>
              <a:lnTo>
                <a:pt x="2830688" y="336962"/>
              </a:lnTo>
              <a:lnTo>
                <a:pt x="0" y="336962"/>
              </a:lnTo>
              <a:lnTo>
                <a:pt x="0" y="639725"/>
              </a:lnTo>
            </a:path>
          </a:pathLst>
        </a:custGeom>
        <a:noFill/>
        <a:ln w="25400" cap="rnd" cmpd="sng" algn="ctr">
          <a:solidFill>
            <a:schemeClr val="dk1"/>
          </a:solidFill>
          <a:prstDash val="solid"/>
          <a:tailEnd type="arrow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4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353903" y="4249291"/>
        <a:ext cx="145448" cy="6134"/>
      </dsp:txXfrm>
    </dsp:sp>
    <dsp:sp modelId="{6F21F607-7B98-4FFB-A60A-12BE763FE93D}">
      <dsp:nvSpPr>
        <dsp:cNvPr id="0" name=""/>
        <dsp:cNvSpPr/>
      </dsp:nvSpPr>
      <dsp:spPr>
        <a:xfrm>
          <a:off x="5661403" y="2311902"/>
          <a:ext cx="4361137" cy="1622392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b="1" i="1" u="sng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Reasoning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Berdasarkan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konteks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,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sedar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bahawa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kekurangan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sifat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kejujuran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merupakan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kunci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utama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Ahmad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terlibat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situasi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berikut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Hal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dikatakan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demikian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kerana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percaya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kita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dapat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menjauhi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daripada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sifat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menipu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walaupun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situasi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terdesak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5661403" y="2311902"/>
        <a:ext cx="4361137" cy="1622392"/>
      </dsp:txXfrm>
    </dsp:sp>
    <dsp:sp modelId="{948BBF73-AF9D-49D6-874E-C9F07322E8BA}">
      <dsp:nvSpPr>
        <dsp:cNvPr id="0" name=""/>
        <dsp:cNvSpPr/>
      </dsp:nvSpPr>
      <dsp:spPr>
        <a:xfrm>
          <a:off x="2306189" y="4604621"/>
          <a:ext cx="5410188" cy="1598715"/>
        </a:xfrm>
        <a:prstGeom prst="rect">
          <a:avLst/>
        </a:prstGeom>
        <a:solidFill>
          <a:srgbClr val="A767E7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b="1" i="1" u="sng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Reconstructing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Antara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cara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untuk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mengelakkan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daripada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situasi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adalah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dengan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mendalami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ilmu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agama. Saya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yakin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bahawa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setiap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agama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mengajarkan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penganutnya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supaya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bersifat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benar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dalam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apa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jua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situasi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bahkan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sikap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suka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berbohong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boleh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dianggap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sebagai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satu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dosa. Oleh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itu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seseorang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benar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diberikan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ganjaran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bahkan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kejayaan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MY" sz="1400" b="0" i="0" u="none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duniawi</a:t>
          </a:r>
          <a:r>
            <a:rPr lang="en-MY" sz="1400" b="0" i="0" u="none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2306189" y="4604621"/>
        <a:ext cx="5410188" cy="15987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23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837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38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793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5302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01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553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655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11/4/2023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181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6240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132341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6311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19081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2136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56601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89307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11/4/2023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200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  <p:sldLayoutId id="2147483910" r:id="rId14"/>
    <p:sldLayoutId id="2147483911" r:id="rId15"/>
    <p:sldLayoutId id="2147483912" r:id="rId16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bluediamondgallery.com/wooden-tile/i/integrity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hyperlink" Target="https://lifeloveorsomethingelse.wordpress.com/2019/07/11/heres-to-success/" TargetMode="External"/><Relationship Id="rId7" Type="http://schemas.openxmlformats.org/officeDocument/2006/relationships/diagramLayout" Target="../diagrams/layout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hyperlink" Target="https://plainbibleteaching.com/2018/04/11/why-would-christians-follow-diotrephes/" TargetMode="External"/><Relationship Id="rId10" Type="http://schemas.microsoft.com/office/2007/relationships/diagramDrawing" Target="../diagrams/drawing1.xml"/><Relationship Id="rId4" Type="http://schemas.openxmlformats.org/officeDocument/2006/relationships/image" Target="../media/image5.jpg"/><Relationship Id="rId9" Type="http://schemas.openxmlformats.org/officeDocument/2006/relationships/diagramColors" Target="../diagrams/colors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qsels.com/en/public-domain-photo-szrtn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ixabay.com/en/study-school-learn-education-1968077/" TargetMode="Externa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pixabay.com/de/interview-job-icon-job-interview-1018333/" TargetMode="External"/><Relationship Id="rId7" Type="http://schemas.openxmlformats.org/officeDocument/2006/relationships/diagramColors" Target="../diagrams/colors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troawani.com/berita-malaysia/sistem-nilai-sejagat-demi-kesejahteraan-kita-212905" TargetMode="External"/><Relationship Id="rId2" Type="http://schemas.openxmlformats.org/officeDocument/2006/relationships/hyperlink" Target="https://www.researchgate.net/profile/Thulasimani-Munohsamy/publication/279200355_INTEGRITI_DALAM_ORGANISASI_PENDIDIKAN/links/558f623d08ae15962d8b0f61/INTEGRITI-DALAM-ORGANISASI-PENDIDIKAN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uftiwp.gov.my/ms/artikel/al-kafi-li-al-fatawi/2198-al-kafi-676-hukum-meniru-dalam-peperiksa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0" y="493362"/>
            <a:ext cx="5906965" cy="3686015"/>
          </a:xfrm>
        </p:spPr>
        <p:txBody>
          <a:bodyPr>
            <a:noAutofit/>
          </a:bodyPr>
          <a:lstStyle/>
          <a:p>
            <a:pPr algn="ctr"/>
            <a:r>
              <a:rPr lang="it-IT" sz="6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TUGASAN </a:t>
            </a:r>
            <a:br>
              <a:rPr lang="it-IT" sz="6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it-IT" sz="6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NILAI DAN </a:t>
            </a:r>
            <a:br>
              <a:rPr lang="it-IT" sz="6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</a:br>
            <a:r>
              <a:rPr lang="it-IT" sz="6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JATI DIRI</a:t>
            </a:r>
            <a:endParaRPr lang="en-US" sz="66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900" y="4672738"/>
            <a:ext cx="5922996" cy="1790815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DISEDIAKAN OLEH:</a:t>
            </a:r>
          </a:p>
          <a:p>
            <a:pPr algn="l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MUHAMMAD AFIQ DANIAL BIN ROZAIDIE (A23CS0117)</a:t>
            </a:r>
          </a:p>
          <a:p>
            <a:pPr algn="l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SECTION: 09</a:t>
            </a:r>
          </a:p>
          <a:p>
            <a:pPr algn="l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PENSYARAH: DR. NOR AFIFAH BINTI BASRI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B46FDF-5B75-5DA9-DB46-EB2902177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55895" y="0"/>
            <a:ext cx="56361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758C94-6645-60C8-D770-C15BF8058EB6}"/>
              </a:ext>
            </a:extLst>
          </p:cNvPr>
          <p:cNvSpPr txBox="1"/>
          <p:nvPr/>
        </p:nvSpPr>
        <p:spPr>
          <a:xfrm>
            <a:off x="4687265" y="330407"/>
            <a:ext cx="28174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ISI KANDUNGAN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77BDB4-CFDF-8B3E-8AC2-B363BCFF7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948042"/>
              </p:ext>
            </p:extLst>
          </p:nvPr>
        </p:nvGraphicFramePr>
        <p:xfrm>
          <a:off x="2031999" y="1136355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777800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316253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KANDUNGAN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SLAID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96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LATAR BELAKANG SITUASI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741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NILAI JATI DIRI YANG HILANG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483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NILAI UNIVERSAL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9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SUMBANG-SARAN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98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KESIMPULAN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333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REFLEKSI DIRI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92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RUJUKAN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691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947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44CA-D430-6F9A-C3E1-C7A8A58596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058400" cy="342900"/>
          </a:xfrm>
        </p:spPr>
        <p:txBody>
          <a:bodyPr>
            <a:noAutofit/>
          </a:bodyPr>
          <a:lstStyle/>
          <a:p>
            <a:r>
              <a:rPr lang="en-MY" sz="16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LATAR BELAKANG SITUASI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420BF-838C-3C58-674E-FB4543DEAB80}"/>
              </a:ext>
            </a:extLst>
          </p:cNvPr>
          <p:cNvSpPr txBox="1"/>
          <p:nvPr/>
        </p:nvSpPr>
        <p:spPr>
          <a:xfrm>
            <a:off x="0" y="343535"/>
            <a:ext cx="12192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pelajar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panggilan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Ahmad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peramah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rajin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mengulangkaji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matapelajaran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kelapangan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Ahmad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sentiasa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menghantar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tugasannya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diberikan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tepat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masanya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menangguh-nangguhkannya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walaupun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sesaat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kerana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memegang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prinsip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iaitu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“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Genggam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biar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sampai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arang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 juga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membantu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kesusahan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“guru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mereka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bakat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terpendam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pelbagai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bola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sepak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berdebat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ketua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pemimpin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pelajar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Dia juga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amat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tegas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menjalankan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tugasnya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ketua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pelajar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Ahmad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reputasi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kolej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sentiasa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dipandang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kesemua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pensyarah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mahupun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rakannya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Pada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Ahmad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terpaksa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sambilan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kerana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kewangan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Hal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mengulangkaji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menghadapi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peperiksaan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kerana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terlalu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sibuk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kerjanya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Sehari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sebelum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peperiksaan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Ahmad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keadaan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kerana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persiapan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mencukupi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menghadapi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peperiksaan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esok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Ahmad yang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keadaan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terdesak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sanggup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sahaja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mengekalkan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imej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dirinya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mendapat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anugerah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Kecermelangan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Akademik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Oleh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Ahmad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cuba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menipu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menulis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segala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Scroll Pen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tulisan yang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kecil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meniru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peperiksaan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dikesan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pengawas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peperiksaan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MY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4DB5C-9660-9A86-5CBE-F11F9D5DD888}"/>
              </a:ext>
            </a:extLst>
          </p:cNvPr>
          <p:cNvSpPr txBox="1"/>
          <p:nvPr/>
        </p:nvSpPr>
        <p:spPr>
          <a:xfrm>
            <a:off x="0" y="3636744"/>
            <a:ext cx="8229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Pada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pandangan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perkara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Ahmad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wajar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menyalahi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undang-undang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Perbuatan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boleh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diambil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tindakan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tatatertib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perbekalan-perbekalan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bawah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Peraturan-Peraturan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Pegawai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Kelakuan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</a:t>
            </a:r>
          </a:p>
          <a:p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Tatatertib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1993 [P.U. (A) 395/1993].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ketua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pemimpin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pelajar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Ahmad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bersikap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jujur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bertanggungjawab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professional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menghadapi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peperiksaan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Ahmad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perlulah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mencari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sebelum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menghadapi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peperiksaan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Selain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mestilah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faham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bahawa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perbuatan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meniru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menipu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peperiksaan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kesalahan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berat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M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bermoral</a:t>
            </a:r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C7E51C-9779-A88A-B4FD-9FE72519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925" y="3636744"/>
            <a:ext cx="3333750" cy="211859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Callout: Up Arrow 6">
            <a:extLst>
              <a:ext uri="{FF2B5EF4-FFF2-40B4-BE49-F238E27FC236}">
                <a16:creationId xmlns:a16="http://schemas.microsoft.com/office/drawing/2014/main" id="{E38495C4-8FFF-29AA-1F92-4ABD43313C80}"/>
              </a:ext>
            </a:extLst>
          </p:cNvPr>
          <p:cNvSpPr/>
          <p:nvPr/>
        </p:nvSpPr>
        <p:spPr>
          <a:xfrm rot="21247757">
            <a:off x="9809629" y="5998348"/>
            <a:ext cx="1394012" cy="591671"/>
          </a:xfrm>
          <a:prstGeom prst="upArrowCallou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Scroll Pen</a:t>
            </a:r>
          </a:p>
        </p:txBody>
      </p:sp>
    </p:spTree>
    <p:extLst>
      <p:ext uri="{BB962C8B-B14F-4D97-AF65-F5344CB8AC3E}">
        <p14:creationId xmlns:p14="http://schemas.microsoft.com/office/powerpoint/2010/main" val="766300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8DADDC-D923-7D62-764B-F268ED496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124" y="3449203"/>
            <a:ext cx="2898253" cy="255969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2F9FCEF-FA91-59F1-13CF-E19932C8EC46}"/>
              </a:ext>
            </a:extLst>
          </p:cNvPr>
          <p:cNvSpPr/>
          <p:nvPr/>
        </p:nvSpPr>
        <p:spPr>
          <a:xfrm>
            <a:off x="4948989" y="0"/>
            <a:ext cx="2294021" cy="914400"/>
          </a:xfrm>
          <a:prstGeom prst="roundRec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NILAI JATI DIRI YANG HILANG</a:t>
            </a:r>
          </a:p>
        </p:txBody>
      </p:sp>
      <p:sp>
        <p:nvSpPr>
          <p:cNvPr id="3" name="Arrow: Notched Right 2">
            <a:extLst>
              <a:ext uri="{FF2B5EF4-FFF2-40B4-BE49-F238E27FC236}">
                <a16:creationId xmlns:a16="http://schemas.microsoft.com/office/drawing/2014/main" id="{53786C14-8250-CEDA-55ED-E4B3F830FA07}"/>
              </a:ext>
            </a:extLst>
          </p:cNvPr>
          <p:cNvSpPr/>
          <p:nvPr/>
        </p:nvSpPr>
        <p:spPr>
          <a:xfrm rot="7648403">
            <a:off x="4185920" y="1087120"/>
            <a:ext cx="978408" cy="484632"/>
          </a:xfrm>
          <a:prstGeom prst="notchedRightArrow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Arrow: Notched Right 3">
            <a:extLst>
              <a:ext uri="{FF2B5EF4-FFF2-40B4-BE49-F238E27FC236}">
                <a16:creationId xmlns:a16="http://schemas.microsoft.com/office/drawing/2014/main" id="{588C9F54-5541-39D0-7891-98E485554D38}"/>
              </a:ext>
            </a:extLst>
          </p:cNvPr>
          <p:cNvSpPr/>
          <p:nvPr/>
        </p:nvSpPr>
        <p:spPr>
          <a:xfrm rot="3095361">
            <a:off x="7031548" y="1088915"/>
            <a:ext cx="978408" cy="484632"/>
          </a:xfrm>
          <a:prstGeom prst="notchedRightArrow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504005-CDDD-9E5A-1B11-7DAECD4F3DEE}"/>
              </a:ext>
            </a:extLst>
          </p:cNvPr>
          <p:cNvSpPr/>
          <p:nvPr/>
        </p:nvSpPr>
        <p:spPr>
          <a:xfrm>
            <a:off x="626197" y="1554480"/>
            <a:ext cx="3718560" cy="5181600"/>
          </a:xfrm>
          <a:prstGeom prst="roundRect">
            <a:avLst/>
          </a:prstGeom>
          <a:solidFill>
            <a:srgbClr val="FFFF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AutoNum type="arabicParenR"/>
            </a:pPr>
            <a:r>
              <a:rPr lang="en-MY" sz="1400" u="sng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Tanggungjawab</a:t>
            </a:r>
            <a:endParaRPr lang="en-MY" sz="1400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Tanggungjawab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aspek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kehidupan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terutamanya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seseorang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memegang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sesuatu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jawatan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Ahmad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memegang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jawatan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iaitu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ketua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pemimpin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pelajar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Ahmad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sepatutnya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kepada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pelajar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kolej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Oleh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itu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Ahmad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perlulah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menjaga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imej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kolej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sepenuh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mencemarkannya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2E07B8-2E01-2B2C-248A-1C8244427723}"/>
              </a:ext>
            </a:extLst>
          </p:cNvPr>
          <p:cNvSpPr/>
          <p:nvPr/>
        </p:nvSpPr>
        <p:spPr>
          <a:xfrm>
            <a:off x="7903745" y="1554480"/>
            <a:ext cx="3718560" cy="5181600"/>
          </a:xfrm>
          <a:prstGeom prst="roundRect">
            <a:avLst/>
          </a:prstGeom>
          <a:solidFill>
            <a:srgbClr val="FFFF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AutoNum type="arabicParenR" startAt="2"/>
            </a:pPr>
            <a:r>
              <a:rPr lang="en-MY" sz="1400" u="sng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Integriti</a:t>
            </a:r>
            <a:endParaRPr lang="en-MY" sz="1400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MY" sz="1400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Integriti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menurut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kamus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Dewan Bahasa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bermaksud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kejujuran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ketulusan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kesempurnaan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keutuhan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situasi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Ahmad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telah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melanggar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nilai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integriti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Ahmad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semata-mata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demi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kepentingan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peribadinya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yakni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sanggup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menipu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peperiksaan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Selain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itu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Ahmad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perlulah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faham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bahawa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terdapat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sebilangan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pelajar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bertungkus-lumus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mengulangkaji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matapelajaran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Oleh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itu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Ahmad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mestilah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jujur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adil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semasa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menduduki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peperiksaan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MY" sz="1400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MY" sz="1400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llout: Down Arrow 8">
            <a:extLst>
              <a:ext uri="{FF2B5EF4-FFF2-40B4-BE49-F238E27FC236}">
                <a16:creationId xmlns:a16="http://schemas.microsoft.com/office/drawing/2014/main" id="{F23AC077-4A42-C0E5-B3B5-209DD4479BFF}"/>
              </a:ext>
            </a:extLst>
          </p:cNvPr>
          <p:cNvSpPr/>
          <p:nvPr/>
        </p:nvSpPr>
        <p:spPr>
          <a:xfrm>
            <a:off x="5113527" y="2658872"/>
            <a:ext cx="2021447" cy="655320"/>
          </a:xfrm>
          <a:prstGeom prst="downArrowCallout">
            <a:avLst/>
          </a:prstGeom>
          <a:solidFill>
            <a:srgbClr val="FFC00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pelajar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tiada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integriti</a:t>
            </a:r>
            <a:endParaRPr lang="en-MY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546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027B1100-37C6-736C-C9D7-1B27DB8FF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63035" y="5396473"/>
            <a:ext cx="2877671" cy="14615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FAD931-C562-B4C1-BBFB-2B910EE134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434391" y="183216"/>
            <a:ext cx="3006315" cy="1878947"/>
          </a:xfrm>
          <a:prstGeom prst="rect">
            <a:avLst/>
          </a:prstGeom>
        </p:spPr>
      </p:pic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EFA54362-4E8C-D415-1F05-61745D755B8D}"/>
              </a:ext>
            </a:extLst>
          </p:cNvPr>
          <p:cNvSpPr/>
          <p:nvPr/>
        </p:nvSpPr>
        <p:spPr>
          <a:xfrm>
            <a:off x="389963" y="4244789"/>
            <a:ext cx="1712259" cy="914400"/>
          </a:xfrm>
          <a:prstGeom prst="round2Diag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2E9ACA75-2AF0-434E-26D2-890DB50905ED}"/>
              </a:ext>
            </a:extLst>
          </p:cNvPr>
          <p:cNvSpPr/>
          <p:nvPr/>
        </p:nvSpPr>
        <p:spPr>
          <a:xfrm>
            <a:off x="389963" y="2270312"/>
            <a:ext cx="1712259" cy="914400"/>
          </a:xfrm>
          <a:prstGeom prst="round2Diag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0F78A40-D146-FCBB-769F-70F1C8D370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7431470"/>
              </p:ext>
            </p:extLst>
          </p:nvPr>
        </p:nvGraphicFramePr>
        <p:xfrm>
          <a:off x="62753" y="1338265"/>
          <a:ext cx="10354235" cy="4249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3" name="Callout: Down Arrow 12">
            <a:extLst>
              <a:ext uri="{FF2B5EF4-FFF2-40B4-BE49-F238E27FC236}">
                <a16:creationId xmlns:a16="http://schemas.microsoft.com/office/drawing/2014/main" id="{257B08FC-05FD-93AE-54A0-409F4CC3755F}"/>
              </a:ext>
            </a:extLst>
          </p:cNvPr>
          <p:cNvSpPr/>
          <p:nvPr/>
        </p:nvSpPr>
        <p:spPr>
          <a:xfrm>
            <a:off x="134468" y="484094"/>
            <a:ext cx="2223247" cy="914400"/>
          </a:xfrm>
          <a:prstGeom prst="downArrowCallout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chemeClr val="tx1"/>
                </a:solidFill>
              </a:rPr>
              <a:t>NILAI UNIVERSAL</a:t>
            </a:r>
          </a:p>
        </p:txBody>
      </p:sp>
    </p:spTree>
    <p:extLst>
      <p:ext uri="{BB962C8B-B14F-4D97-AF65-F5344CB8AC3E}">
        <p14:creationId xmlns:p14="http://schemas.microsoft.com/office/powerpoint/2010/main" val="3665462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9966F8-97DB-F370-CA3D-6ACFCC17E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37349" y="726140"/>
            <a:ext cx="3709304" cy="2626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F5679C-64C9-5A33-CB03-952CE2A83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237349" y="3352801"/>
            <a:ext cx="3714346" cy="2779057"/>
          </a:xfrm>
          <a:prstGeom prst="rect">
            <a:avLst/>
          </a:prstGeom>
        </p:spPr>
      </p:pic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451AB5D8-2B89-2416-D1C6-8A2A89380E3E}"/>
              </a:ext>
            </a:extLst>
          </p:cNvPr>
          <p:cNvSpPr/>
          <p:nvPr/>
        </p:nvSpPr>
        <p:spPr>
          <a:xfrm>
            <a:off x="4245348" y="2935941"/>
            <a:ext cx="3701305" cy="986117"/>
          </a:xfrm>
          <a:prstGeom prst="leftRightArrow">
            <a:avLst/>
          </a:prstGeom>
          <a:solidFill>
            <a:srgbClr val="FF99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SUMBANG-SARAN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C8AF81-0152-7383-842D-6B6E76747040}"/>
              </a:ext>
            </a:extLst>
          </p:cNvPr>
          <p:cNvSpPr/>
          <p:nvPr/>
        </p:nvSpPr>
        <p:spPr>
          <a:xfrm>
            <a:off x="523003" y="726141"/>
            <a:ext cx="3714346" cy="5405718"/>
          </a:xfrm>
          <a:prstGeom prst="roundRect">
            <a:avLst/>
          </a:prstGeom>
          <a:solidFill>
            <a:srgbClr val="FF7C8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Antara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cadangan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mengingat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kembali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prinsip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mengapa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terpilih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pemimpin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pelajar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Hal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membuat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bersemangat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menjalankan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tugas-tugasan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sentiasa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mematuhi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segala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peraturan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telah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ditetapkan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mengulangkaji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sedikit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demi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sedikit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walaupun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sedang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sibuk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bekerja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iaitu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memasang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video yang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disampaikan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pensyarah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berkaitan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menimba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ilmu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dimana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-mana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sahaja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bilik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kuliah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sahaja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90B0E3-E7CC-2717-89D7-1B2C31528BE3}"/>
              </a:ext>
            </a:extLst>
          </p:cNvPr>
          <p:cNvSpPr/>
          <p:nvPr/>
        </p:nvSpPr>
        <p:spPr>
          <a:xfrm>
            <a:off x="7954652" y="726140"/>
            <a:ext cx="3714346" cy="5405718"/>
          </a:xfrm>
          <a:prstGeom prst="roundRect">
            <a:avLst/>
          </a:prstGeom>
          <a:solidFill>
            <a:srgbClr val="FFFF66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Cadangan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seterusnya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sentiasa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bersikap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jujur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walaupun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dimana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-mana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sahaja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Hal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dikatakan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demikan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kerana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sikap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suka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membohong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sebuah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kebiasan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setibanya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dewasa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langsung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melibatkan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jenayah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Oleh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itu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bersikap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jujur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sebelum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selepas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menghadapi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peperiksaan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iaitu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mengulangkaji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sama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pelajar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lain. Saya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pasti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Ahmad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mengetahui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keburukan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menipu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peperiksaan</a:t>
            </a:r>
            <a:r>
              <a:rPr lang="en-MY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94136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663790-AF26-87FF-34E8-1D4462AFD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45230" y="5136776"/>
            <a:ext cx="2287794" cy="17212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A0C850-0AA1-D4E9-8EB4-A5D61B193D54}"/>
              </a:ext>
            </a:extLst>
          </p:cNvPr>
          <p:cNvSpPr txBox="1"/>
          <p:nvPr/>
        </p:nvSpPr>
        <p:spPr>
          <a:xfrm>
            <a:off x="4533423" y="304800"/>
            <a:ext cx="2940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KESIMPULAN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94EB44-2311-A97B-DA2E-73B745081163}"/>
              </a:ext>
            </a:extLst>
          </p:cNvPr>
          <p:cNvSpPr/>
          <p:nvPr/>
        </p:nvSpPr>
        <p:spPr>
          <a:xfrm>
            <a:off x="6003635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927D488-3A9E-EBEF-4DDE-4DDB7E7C36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92687"/>
              </p:ext>
            </p:extLst>
          </p:nvPr>
        </p:nvGraphicFramePr>
        <p:xfrm>
          <a:off x="1717011" y="964205"/>
          <a:ext cx="8573247" cy="4235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91700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F88F18C-EED8-F392-1874-DED7DD1C24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2673526"/>
              </p:ext>
            </p:extLst>
          </p:nvPr>
        </p:nvGraphicFramePr>
        <p:xfrm>
          <a:off x="1084729" y="654663"/>
          <a:ext cx="10022541" cy="6203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6E3C71-BF9F-651F-B4BD-3AA845318F3B}"/>
              </a:ext>
            </a:extLst>
          </p:cNvPr>
          <p:cNvSpPr txBox="1"/>
          <p:nvPr/>
        </p:nvSpPr>
        <p:spPr>
          <a:xfrm>
            <a:off x="4892786" y="192998"/>
            <a:ext cx="2406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REFLEKSI DIRI</a:t>
            </a:r>
          </a:p>
        </p:txBody>
      </p:sp>
    </p:spTree>
    <p:extLst>
      <p:ext uri="{BB962C8B-B14F-4D97-AF65-F5344CB8AC3E}">
        <p14:creationId xmlns:p14="http://schemas.microsoft.com/office/powerpoint/2010/main" val="2842539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29E97-9145-75EA-B7D0-E2460DCF8AF2}"/>
              </a:ext>
            </a:extLst>
          </p:cNvPr>
          <p:cNvSpPr txBox="1"/>
          <p:nvPr/>
        </p:nvSpPr>
        <p:spPr>
          <a:xfrm>
            <a:off x="5042647" y="335287"/>
            <a:ext cx="2106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RUJUKAN</a:t>
            </a:r>
            <a:endParaRPr lang="en-MY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25ADFA-8F69-8A20-9265-2622F9ED1F65}"/>
              </a:ext>
            </a:extLst>
          </p:cNvPr>
          <p:cNvSpPr txBox="1"/>
          <p:nvPr/>
        </p:nvSpPr>
        <p:spPr>
          <a:xfrm>
            <a:off x="1246094" y="1236233"/>
            <a:ext cx="96998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Munohsamy</a:t>
            </a:r>
            <a:r>
              <a:rPr lang="en-MY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T. (2015). </a:t>
            </a:r>
            <a:r>
              <a:rPr lang="en-MY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Integriti</a:t>
            </a:r>
            <a:r>
              <a:rPr lang="en-MY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MY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Organisasi</a:t>
            </a:r>
            <a:r>
              <a:rPr lang="en-MY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Pendidikan. </a:t>
            </a:r>
            <a:r>
              <a:rPr lang="en-MY" sz="16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Capaian</a:t>
            </a:r>
            <a:r>
              <a:rPr lang="en-MY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https://www. </a:t>
            </a:r>
            <a:r>
              <a:rPr lang="en-MY" sz="16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researchgate</a:t>
            </a:r>
            <a:r>
              <a:rPr lang="en-MY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https://www.researchgate.net/profile/Thulasimani-Munohsamy/publication/279200355_INTEGRITI_DALAM_ORGANISASI_PENDIDIKAN/links/558f623d08ae15962d8b0f61/INTEGRITI-DALAM-ORGANISASI-PENDIDIKAN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i-FI" sz="1600" dirty="0">
                <a:latin typeface="Arial" panose="020B0604020202020204" pitchFamily="34" charset="0"/>
                <a:cs typeface="Arial" panose="020B0604020202020204" pitchFamily="34" charset="0"/>
              </a:rPr>
              <a:t>Sistem nilai sejagat demi kesejahteraan kita (2019, Julai 18) Astro Awani.</a:t>
            </a:r>
          </a:p>
          <a:p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https://www.astroawani.com/berita-malaysia/sistem-nilai-sejagat-demi-kesejahteraan-kita-212905</a:t>
            </a:r>
            <a:endParaRPr lang="fi-FI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AL-KAFI #676 : HUKUM MENIRU DALAM PEPERIKSAAN (2018, </a:t>
            </a:r>
            <a:r>
              <a:rPr lang="en-MY" sz="1600" dirty="0" err="1">
                <a:latin typeface="Arial" panose="020B0604020202020204" pitchFamily="34" charset="0"/>
                <a:cs typeface="Arial" panose="020B0604020202020204" pitchFamily="34" charset="0"/>
              </a:rPr>
              <a:t>Januari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10) </a:t>
            </a:r>
            <a:r>
              <a:rPr lang="en-MY" sz="1600" dirty="0" err="1">
                <a:latin typeface="Arial" panose="020B0604020202020204" pitchFamily="34" charset="0"/>
                <a:cs typeface="Arial" panose="020B0604020202020204" pitchFamily="34" charset="0"/>
              </a:rPr>
              <a:t>Jabatan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Mufti Wilayah Persekutuan.</a:t>
            </a:r>
          </a:p>
          <a:p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https://muftiwp.gov.my/ms/artikel/al-kafi-li-al-fatawi/2198-al-kafi-676-hukum-meniru-dalam-peperiksaan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684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infopath/2007/PartnerControls"/>
    <ds:schemaRef ds:uri="http://schemas.microsoft.com/office/2006/documentManagement/types"/>
    <ds:schemaRef ds:uri="16c05727-aa75-4e4a-9b5f-8a80a1165891"/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71af3243-3dd4-4a8d-8c0d-dd76da1f02a5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1178</TotalTime>
  <Words>1312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Facet</vt:lpstr>
      <vt:lpstr>TUGASAN  NILAI DAN  JATI DIRI</vt:lpstr>
      <vt:lpstr>PowerPoint Presentation</vt:lpstr>
      <vt:lpstr>LATAR BELAKANG SITUASI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NILAI DAN JATI DIRI TUGASAN</dc:title>
  <dc:creator>Afiq Danial</dc:creator>
  <cp:lastModifiedBy>Afiq Danial</cp:lastModifiedBy>
  <cp:revision>1</cp:revision>
  <dcterms:created xsi:type="dcterms:W3CDTF">2023-10-28T14:45:57Z</dcterms:created>
  <dcterms:modified xsi:type="dcterms:W3CDTF">2023-11-04T10:53:06Z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