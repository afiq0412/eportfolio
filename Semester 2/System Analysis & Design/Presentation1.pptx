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fiq Danial" initials="AD" lastIdx="1" clrIdx="0">
    <p:extLst>
      <p:ext uri="{19B8F6BF-5375-455C-9EA6-DF929625EA0E}">
        <p15:presenceInfo xmlns:p15="http://schemas.microsoft.com/office/powerpoint/2012/main" userId="147273bae1026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6-18T00:54:22.27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DC7DA-068E-4512-BB69-9FAF5EE8ABC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E812E-459C-4A04-A83E-F7A38373F93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98786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712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3826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4037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9852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E812E-459C-4A04-A83E-F7A38373F93E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145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4440-7E4A-07EC-CE62-93C943CB6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0E8A6-84D3-F77E-C4A8-FEF390E78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BADE-FB16-6CEC-AC3D-8AD68FB0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3A89-1447-B6A9-3E51-18332658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05EFA-6712-45ED-7054-DB9570C8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795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9481-B6F2-2975-0ABA-5B2A09FD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EB23-50BA-6C43-E228-525173BF5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4C41F-A841-BC0E-C8A1-B28C30CA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07A20-0FD2-E6EF-0733-3CCC3B36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CCBAA-765F-E1BA-8791-DBB92390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015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A175-E638-8502-A92C-058B9EA4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5A325-FDAE-7708-5237-5D993B8FB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8B22E-879A-B896-8E3A-C986BECB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11700-F2F7-B5FC-3650-DD065A15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C515-BBAF-2BCF-45F0-30F3403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350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F3CF-A8AC-4A94-1FDB-FD75EB2B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788E-DC73-FCFC-1224-8D4981C0D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BB7C0-BCD7-729B-F810-D475361F7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8B243-D130-15A2-3AD9-B72525C6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9CD0E-9846-2032-2F0D-49ADE047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FB7A2-63E6-740C-2EF6-63D89326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508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37F5-9E6B-D76A-B82F-40DEA1B9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CCA7D-A033-FC3A-EE41-0C4E61D14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1B5A3-507C-2823-5EC4-9840D149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C1932-E692-B1A2-ECED-D1F8A3065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D7427-5EC0-5120-0EF6-13D12F69F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74760-3CFF-E611-5D24-70845433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1325C-84FF-E848-79E9-90A42E1C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9A1CE-FA77-2E1B-3FF7-4FB4C94B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538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4913-6D01-A15B-99C5-CC4ED2CC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BABD9-3AEF-C266-9531-F4573208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F935D-DB01-7DEB-B5EC-F2401BF3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D928E-5CA2-32D4-36A6-F34CD3BA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343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23E40-D824-C9D8-F6E5-D1A84C02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8593-FB33-9666-76D3-B6C66687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498B0-9C71-C7C9-638A-C85655AD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012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AB42-6AAF-C2B6-5791-201D32CF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B4065-D46C-ACA6-3126-B6BCA9269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7F2A9-B19C-F5B4-FEFF-DDACD85A7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7414A-D2B0-2566-A612-5139576C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368B7-F450-E318-C700-BA1458CE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5CBEA-E07D-592F-7A95-AB814192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11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C2D9-3D5A-9CEF-7063-33469C11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58115-9737-3FC7-4CA8-3EB5160A7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E5EAA-61FE-E495-76AC-5A8AA12B4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14BF0-508C-52EE-74C2-928511D9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72EFB-565E-A521-9DE3-66896824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B651B-BD2C-EBA2-75F3-F623E99F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5252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E73B-9444-A8B9-79B6-B495E676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ACFF4-6285-FC99-B64E-ABF5EBE26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6242C-CD1E-A6AF-38DD-AF02F13C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36EA-56C1-B328-3A26-1A46F788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EC693-E741-2A1F-4965-5F8D8839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6627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0E1FE-0628-52C1-2144-9B7286C61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7C3B4-B9E3-6DFD-FDA2-9CAF3C7C9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A4265-5A39-A2BB-61D9-18A89206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24486-1264-990D-DAA7-DCC4B52E0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E2263-7645-B1CC-866D-923F1FD9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391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E211E-D5D2-845B-C567-0379987B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D336-9DE1-8214-758C-2D1E9B0FC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F389E-B14F-5AAF-6433-691E9C01C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BCF77-B8B1-4422-A56D-6CDA876AFB37}" type="datetimeFigureOut">
              <a:rPr lang="en-MY" smtClean="0"/>
              <a:t>18/6/2024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803DD-D361-A6C6-E338-3C7B41968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2EEF-A922-48B4-8F8E-A4F04CF24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D959B-6003-4929-8C6B-5243D7B6D7C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842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ebp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p In-Demand AI Skills for 2023 You Need to Know">
            <a:extLst>
              <a:ext uri="{FF2B5EF4-FFF2-40B4-BE49-F238E27FC236}">
                <a16:creationId xmlns:a16="http://schemas.microsoft.com/office/drawing/2014/main" id="{A52C5915-46BB-EEFF-DD67-03D07E715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422" y="1"/>
            <a:ext cx="507606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signing AI Systems With Human-Machine Teams">
            <a:extLst>
              <a:ext uri="{FF2B5EF4-FFF2-40B4-BE49-F238E27FC236}">
                <a16:creationId xmlns:a16="http://schemas.microsoft.com/office/drawing/2014/main" id="{5E01D6CE-98AC-AED3-0B9C-857E6C0D2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640" y="0"/>
            <a:ext cx="721035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tificial intelligence (AI) | Definition, Examples, Types, Applications,  Companies, &amp; Facts | Britannica">
            <a:extLst>
              <a:ext uri="{FF2B5EF4-FFF2-40B4-BE49-F238E27FC236}">
                <a16:creationId xmlns:a16="http://schemas.microsoft.com/office/drawing/2014/main" id="{7C014EC0-66A9-3690-F03F-C66C9BC0C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429000"/>
            <a:ext cx="4981638" cy="345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processing in computer vision">
            <a:extLst>
              <a:ext uri="{FF2B5EF4-FFF2-40B4-BE49-F238E27FC236}">
                <a16:creationId xmlns:a16="http://schemas.microsoft.com/office/drawing/2014/main" id="{A090CB8D-BCF2-1196-C075-989FCE9A3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638" y="3261006"/>
            <a:ext cx="7210360" cy="362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89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proved Efficiency - officegeniesolutions">
            <a:extLst>
              <a:ext uri="{FF2B5EF4-FFF2-40B4-BE49-F238E27FC236}">
                <a16:creationId xmlns:a16="http://schemas.microsoft.com/office/drawing/2014/main" id="{EC77107F-2BF5-2EA9-BA45-07CBE49F6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I and Big Data: A Co-Dependent Relationship | Label Your Data">
            <a:extLst>
              <a:ext uri="{FF2B5EF4-FFF2-40B4-BE49-F238E27FC236}">
                <a16:creationId xmlns:a16="http://schemas.microsoft.com/office/drawing/2014/main" id="{E3E8E907-2D4D-01C1-1866-62C41ED38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ow AI can process data faster than humans | CanData.ai posted on the topic  | LinkedIn">
            <a:extLst>
              <a:ext uri="{FF2B5EF4-FFF2-40B4-BE49-F238E27FC236}">
                <a16:creationId xmlns:a16="http://schemas.microsoft.com/office/drawing/2014/main" id="{32572402-915C-3751-7795-A0180DF04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326296"/>
            <a:ext cx="4267200" cy="353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10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7 Top Ways to Improve Data Accuracy - Outsource2india">
            <a:extLst>
              <a:ext uri="{FF2B5EF4-FFF2-40B4-BE49-F238E27FC236}">
                <a16:creationId xmlns:a16="http://schemas.microsoft.com/office/drawing/2014/main" id="{E099D69A-05B9-DDA2-1F36-10B6AB119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 descr="How does AI reduce human error | Preventions &amp; Examples">
            <a:extLst>
              <a:ext uri="{FF2B5EF4-FFF2-40B4-BE49-F238E27FC236}">
                <a16:creationId xmlns:a16="http://schemas.microsoft.com/office/drawing/2014/main" id="{6F341281-4DCD-7C0F-7867-119B8FF5A9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sp>
        <p:nvSpPr>
          <p:cNvPr id="4" name="AutoShape 8" descr="How does AI reduce human error | Preventions &amp; Examples">
            <a:extLst>
              <a:ext uri="{FF2B5EF4-FFF2-40B4-BE49-F238E27FC236}">
                <a16:creationId xmlns:a16="http://schemas.microsoft.com/office/drawing/2014/main" id="{18950CA6-6BC4-A605-6E60-E64CC08684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3082" name="Picture 10" descr="How to Identify and fix AI Training data errors | Shaip">
            <a:extLst>
              <a:ext uri="{FF2B5EF4-FFF2-40B4-BE49-F238E27FC236}">
                <a16:creationId xmlns:a16="http://schemas.microsoft.com/office/drawing/2014/main" id="{445ED445-63F9-F2E5-A8AF-42C880ACB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60960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How does AI reduce human error | Preventions &amp; Examples">
            <a:extLst>
              <a:ext uri="{FF2B5EF4-FFF2-40B4-BE49-F238E27FC236}">
                <a16:creationId xmlns:a16="http://schemas.microsoft.com/office/drawing/2014/main" id="{4CFF30E4-6124-316C-56CA-5B74454747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14900" y="4338828"/>
            <a:ext cx="195072" cy="19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3086" name="Picture 14" descr="Data flow of AI aided observation data filter. Upper panel: the training data flow to">
            <a:extLst>
              <a:ext uri="{FF2B5EF4-FFF2-40B4-BE49-F238E27FC236}">
                <a16:creationId xmlns:a16="http://schemas.microsoft.com/office/drawing/2014/main" id="{115372B3-E40E-7D21-DB2E-9246A632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Unlocking AI's accuracy and reliability - Vidya">
            <a:extLst>
              <a:ext uri="{FF2B5EF4-FFF2-40B4-BE49-F238E27FC236}">
                <a16:creationId xmlns:a16="http://schemas.microsoft.com/office/drawing/2014/main" id="{E783109B-580D-939C-0366-B759F1BFF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76600"/>
            <a:ext cx="6096000" cy="380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84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w does AI reduce human error | Preventions &amp; Examples">
            <a:extLst>
              <a:ext uri="{FF2B5EF4-FFF2-40B4-BE49-F238E27FC236}">
                <a16:creationId xmlns:a16="http://schemas.microsoft.com/office/drawing/2014/main" id="{04C36F47-9D42-2CF6-39A3-F90588DF5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84248" cy="41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4100" name="Picture 4" descr="Data, Data, Everywhere: Using Data-Driven Insights from Location  Intelligence to Develop a Holistic View of Capital Projects - Civil +  Structural Engineer magazine">
            <a:extLst>
              <a:ext uri="{FF2B5EF4-FFF2-40B4-BE49-F238E27FC236}">
                <a16:creationId xmlns:a16="http://schemas.microsoft.com/office/drawing/2014/main" id="{D1E89639-DB9C-FF62-4886-91EF59BB1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753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6-Step AI Data Collection Process &amp; Roadmap in 2024">
            <a:extLst>
              <a:ext uri="{FF2B5EF4-FFF2-40B4-BE49-F238E27FC236}">
                <a16:creationId xmlns:a16="http://schemas.microsoft.com/office/drawing/2014/main" id="{F4167B30-F2B7-59B4-21F7-DA268D7C4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2" y="3162300"/>
            <a:ext cx="7036217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I Insights | AI-Generated User Testing Analysis with Loop11">
            <a:extLst>
              <a:ext uri="{FF2B5EF4-FFF2-40B4-BE49-F238E27FC236}">
                <a16:creationId xmlns:a16="http://schemas.microsoft.com/office/drawing/2014/main" id="{67C4889F-D21B-3FBA-F58D-F83F4058F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759" y="36443"/>
            <a:ext cx="6134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8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w does AI reduce human error | Preventions &amp; Examples">
            <a:extLst>
              <a:ext uri="{FF2B5EF4-FFF2-40B4-BE49-F238E27FC236}">
                <a16:creationId xmlns:a16="http://schemas.microsoft.com/office/drawing/2014/main" id="{04C36F47-9D42-2CF6-39A3-F90588DF5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84248" cy="41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1026" name="Picture 2" descr="IoT vulnerabilities to be aware of - Cyber1Defense Communication Ltd">
            <a:extLst>
              <a:ext uri="{FF2B5EF4-FFF2-40B4-BE49-F238E27FC236}">
                <a16:creationId xmlns:a16="http://schemas.microsoft.com/office/drawing/2014/main" id="{014EDE5F-DABD-07D7-6D7C-4260CE65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87009" cy="359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 Top Internet of Things (IoT) Certifications | Datamation">
            <a:extLst>
              <a:ext uri="{FF2B5EF4-FFF2-40B4-BE49-F238E27FC236}">
                <a16:creationId xmlns:a16="http://schemas.microsoft.com/office/drawing/2014/main" id="{EDA62120-8FD9-F1F7-D053-D78B46027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77916" cy="357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oT Measurement and Analysis System Design. This figure shows a... |  Download Scientific Diagram">
            <a:extLst>
              <a:ext uri="{FF2B5EF4-FFF2-40B4-BE49-F238E27FC236}">
                <a16:creationId xmlns:a16="http://schemas.microsoft.com/office/drawing/2014/main" id="{F2EF60A7-7598-53A0-71B6-776A265CB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3591339"/>
            <a:ext cx="80962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6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w does AI reduce human error | Preventions &amp; Examples">
            <a:extLst>
              <a:ext uri="{FF2B5EF4-FFF2-40B4-BE49-F238E27FC236}">
                <a16:creationId xmlns:a16="http://schemas.microsoft.com/office/drawing/2014/main" id="{04C36F47-9D42-2CF6-39A3-F90588DF5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84248" cy="41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2050" name="Picture 2" descr="1 Data flow for real-time IoT data processing and a decision-making... |  Download Scientific Diagram">
            <a:extLst>
              <a:ext uri="{FF2B5EF4-FFF2-40B4-BE49-F238E27FC236}">
                <a16:creationId xmlns:a16="http://schemas.microsoft.com/office/drawing/2014/main" id="{16454971-019F-788E-71E5-E38030DD2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97158" cy="349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prove Your Decision Making Using IoT and ML | by IoT Sense | Medium">
            <a:extLst>
              <a:ext uri="{FF2B5EF4-FFF2-40B4-BE49-F238E27FC236}">
                <a16:creationId xmlns:a16="http://schemas.microsoft.com/office/drawing/2014/main" id="{159284EB-BE93-531C-44A3-F5DDC45E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42" y="0"/>
            <a:ext cx="4873158" cy="365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1F0C3-9863-F5D7-BDFC-CCD66D61E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058" y="3627263"/>
            <a:ext cx="7138200" cy="330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w does AI reduce human error | Preventions &amp; Examples">
            <a:extLst>
              <a:ext uri="{FF2B5EF4-FFF2-40B4-BE49-F238E27FC236}">
                <a16:creationId xmlns:a16="http://schemas.microsoft.com/office/drawing/2014/main" id="{04C36F47-9D42-2CF6-39A3-F90588DF5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84248" cy="41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3074" name="Picture 2" descr="3 reasons your company should go all-in on increasing visibility - Work  Life by Atlassian">
            <a:extLst>
              <a:ext uri="{FF2B5EF4-FFF2-40B4-BE49-F238E27FC236}">
                <a16:creationId xmlns:a16="http://schemas.microsoft.com/office/drawing/2014/main" id="{EF8FA631-D351-80A1-DDA5-DEB54FD82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3242" y="0"/>
            <a:ext cx="655222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importance of IoT visibility in OT environments - IoT Business News">
            <a:extLst>
              <a:ext uri="{FF2B5EF4-FFF2-40B4-BE49-F238E27FC236}">
                <a16:creationId xmlns:a16="http://schemas.microsoft.com/office/drawing/2014/main" id="{881019F9-0313-34FA-B840-D5BC08600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158" y="0"/>
            <a:ext cx="673768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erformance Management Software: 5 Tips To Improve">
            <a:extLst>
              <a:ext uri="{FF2B5EF4-FFF2-40B4-BE49-F238E27FC236}">
                <a16:creationId xmlns:a16="http://schemas.microsoft.com/office/drawing/2014/main" id="{E774579C-8597-446A-E13C-49801A4ED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4290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36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w does AI reduce human error | Preventions &amp; Examples">
            <a:extLst>
              <a:ext uri="{FF2B5EF4-FFF2-40B4-BE49-F238E27FC236}">
                <a16:creationId xmlns:a16="http://schemas.microsoft.com/office/drawing/2014/main" id="{04C36F47-9D42-2CF6-39A3-F90588DF5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184248" cy="41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4098" name="Picture 2" descr="What Is Predictive Analytics? 5 Examples | HBS Online">
            <a:extLst>
              <a:ext uri="{FF2B5EF4-FFF2-40B4-BE49-F238E27FC236}">
                <a16:creationId xmlns:a16="http://schemas.microsoft.com/office/drawing/2014/main" id="{D7070CBE-A408-E988-11BB-990FCD962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29137" cy="354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10 Predictions for the Future of IoT | OpenMind">
            <a:extLst>
              <a:ext uri="{FF2B5EF4-FFF2-40B4-BE49-F238E27FC236}">
                <a16:creationId xmlns:a16="http://schemas.microsoft.com/office/drawing/2014/main" id="{DD0EA71E-C25C-43B2-B8CD-75B4EAEB3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137" y="0"/>
            <a:ext cx="5662863" cy="354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at is Demand Forecasting? - Business &amp; Management - Discussion Forum |  Board Infinity">
            <a:extLst>
              <a:ext uri="{FF2B5EF4-FFF2-40B4-BE49-F238E27FC236}">
                <a16:creationId xmlns:a16="http://schemas.microsoft.com/office/drawing/2014/main" id="{ECC0D53D-453C-EEAB-D25D-509540B6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3545305"/>
            <a:ext cx="47625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58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</Words>
  <Application>Microsoft Office PowerPoint</Application>
  <PresentationFormat>Widescreen</PresentationFormat>
  <Paragraphs>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Afiq Danial</dc:creator>
  <cp:lastModifiedBy>Afiq Danial</cp:lastModifiedBy>
  <cp:revision>4</cp:revision>
  <dcterms:created xsi:type="dcterms:W3CDTF">2024-06-17T16:13:47Z</dcterms:created>
  <dcterms:modified xsi:type="dcterms:W3CDTF">2024-06-18T02:38:23Z</dcterms:modified>
</cp:coreProperties>
</file>