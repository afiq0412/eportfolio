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58" r:id="rId6"/>
    <p:sldId id="262" r:id="rId7"/>
    <p:sldId id="259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jT5RCwjIEkZA7pkLHJh+Gv3ki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3CA2C2-8860-432F-8B5F-C88FDD2FA05A}">
  <a:tblStyle styleId="{453CA2C2-8860-432F-8B5F-C88FDD2FA05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3809670-511B-6526-10D0-DCA5D0F0B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5BBF1FF7-CDBC-2264-2782-1402ECA9F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8D882B9D-CDA3-E450-8F3A-0F3CEA19E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2011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082B03B-16EF-0725-1D61-A40153B0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76685FC9-775D-8D07-549D-652C50543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37BE5AFB-C5D5-F402-C73E-28DB550AC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8494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2F71C75-FA96-FE58-F5CA-41B62C7C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321809C0-A9E7-8007-2ACC-105FFC050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0CC6CFE4-A5D6-D1E5-5434-075D97C69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9030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/>
              <a:t>SECJ2013 - DSA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2024/2025-1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QUIZ 4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555810" y="484093"/>
            <a:ext cx="698350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MY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MUHAMMAD AFIQ DANIAL BIN ROZAIDIE A23CS0117</a:t>
            </a:r>
            <a:endParaRPr lang="en-MY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MOHAMED ALIF FATHI BIN ABDUL LATIF A23CS0112</a:t>
            </a:r>
            <a:endParaRPr lang="en-MY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/>
        </p:nvSpPr>
        <p:spPr>
          <a:xfrm>
            <a:off x="627529" y="573740"/>
            <a:ext cx="103829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structure of basic queue (</a:t>
            </a:r>
            <a:r>
              <a:rPr lang="en-MY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</a:t>
            </a: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implementation by using linear array as follows: </a:t>
            </a:r>
            <a:endParaRPr/>
          </a:p>
        </p:txBody>
      </p:sp>
      <p:graphicFrame>
        <p:nvGraphicFramePr>
          <p:cNvPr id="92" name="Google Shape;92;p3"/>
          <p:cNvGraphicFramePr/>
          <p:nvPr/>
        </p:nvGraphicFramePr>
        <p:xfrm>
          <a:off x="773444" y="200619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3" name="Google Shape;93;p3"/>
          <p:cNvSpPr txBox="1"/>
          <p:nvPr/>
        </p:nvSpPr>
        <p:spPr>
          <a:xfrm>
            <a:off x="1464961" y="1418747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94" name="Google Shape;94;p3"/>
          <p:cNvCxnSpPr>
            <a:stCxn id="93" idx="2"/>
          </p:cNvCxnSpPr>
          <p:nvPr/>
        </p:nvCxnSpPr>
        <p:spPr>
          <a:xfrm>
            <a:off x="1756067" y="1726524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" name="Google Shape;95;p3"/>
          <p:cNvSpPr txBox="1"/>
          <p:nvPr/>
        </p:nvSpPr>
        <p:spPr>
          <a:xfrm>
            <a:off x="2700066" y="1404696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96" name="Google Shape;96;p3"/>
          <p:cNvCxnSpPr/>
          <p:nvPr/>
        </p:nvCxnSpPr>
        <p:spPr>
          <a:xfrm>
            <a:off x="2991172" y="1709688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7" name="Google Shape;97;p3"/>
          <p:cNvSpPr txBox="1"/>
          <p:nvPr/>
        </p:nvSpPr>
        <p:spPr>
          <a:xfrm>
            <a:off x="627529" y="2838912"/>
            <a:ext cx="7310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How many items currently exist inside the queue?</a:t>
            </a:r>
            <a:r>
              <a:rPr lang="en-MY" sz="16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lang="en-MY" sz="16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MY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8FC0D4D-87B8-1A2C-2F64-06E45D57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3">
            <a:extLst>
              <a:ext uri="{FF2B5EF4-FFF2-40B4-BE49-F238E27FC236}">
                <a16:creationId xmlns:a16="http://schemas.microsoft.com/office/drawing/2014/main" id="{D4E7CFA9-B39A-9659-CE9D-6A8EF330F5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1737145"/>
              </p:ext>
            </p:extLst>
          </p:nvPr>
        </p:nvGraphicFramePr>
        <p:xfrm>
          <a:off x="265312" y="246117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3" name="Google Shape;93;p3">
            <a:extLst>
              <a:ext uri="{FF2B5EF4-FFF2-40B4-BE49-F238E27FC236}">
                <a16:creationId xmlns:a16="http://schemas.microsoft.com/office/drawing/2014/main" id="{A7AD1DC5-DCF7-9173-5AF5-C261DCC6BC24}"/>
              </a:ext>
            </a:extLst>
          </p:cNvPr>
          <p:cNvSpPr txBox="1"/>
          <p:nvPr/>
        </p:nvSpPr>
        <p:spPr>
          <a:xfrm>
            <a:off x="974361" y="1899119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94" name="Google Shape;94;p3">
            <a:extLst>
              <a:ext uri="{FF2B5EF4-FFF2-40B4-BE49-F238E27FC236}">
                <a16:creationId xmlns:a16="http://schemas.microsoft.com/office/drawing/2014/main" id="{393F95AA-3754-EA04-847D-F60796895DF9}"/>
              </a:ext>
            </a:extLst>
          </p:cNvPr>
          <p:cNvCxnSpPr>
            <a:stCxn id="93" idx="2"/>
          </p:cNvCxnSpPr>
          <p:nvPr/>
        </p:nvCxnSpPr>
        <p:spPr>
          <a:xfrm>
            <a:off x="1265467" y="2206896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" name="Google Shape;95;p3">
            <a:extLst>
              <a:ext uri="{FF2B5EF4-FFF2-40B4-BE49-F238E27FC236}">
                <a16:creationId xmlns:a16="http://schemas.microsoft.com/office/drawing/2014/main" id="{38072D95-3789-EC60-0C44-E7B29B3AD990}"/>
              </a:ext>
            </a:extLst>
          </p:cNvPr>
          <p:cNvSpPr txBox="1"/>
          <p:nvPr/>
        </p:nvSpPr>
        <p:spPr>
          <a:xfrm>
            <a:off x="2283258" y="1899118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96" name="Google Shape;96;p3">
            <a:extLst>
              <a:ext uri="{FF2B5EF4-FFF2-40B4-BE49-F238E27FC236}">
                <a16:creationId xmlns:a16="http://schemas.microsoft.com/office/drawing/2014/main" id="{A1B14755-55B7-89CA-3D33-EA764011C4C1}"/>
              </a:ext>
            </a:extLst>
          </p:cNvPr>
          <p:cNvCxnSpPr/>
          <p:nvPr/>
        </p:nvCxnSpPr>
        <p:spPr>
          <a:xfrm>
            <a:off x="2563255" y="2204036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C02D5A3F-D15A-5EDF-8383-E0951CE2D7DD}"/>
              </a:ext>
            </a:extLst>
          </p:cNvPr>
          <p:cNvSpPr txBox="1"/>
          <p:nvPr/>
        </p:nvSpPr>
        <p:spPr>
          <a:xfrm>
            <a:off x="56805" y="138453"/>
            <a:ext cx="5759567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Draw the queue structure after the following instructions were executed: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myQueue.dequeue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myQueue.dequeue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myQueue.enqueue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(60);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myQueue.enqueue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(47);</a:t>
            </a:r>
            <a:endParaRPr dirty="0"/>
          </a:p>
        </p:txBody>
      </p:sp>
      <p:graphicFrame>
        <p:nvGraphicFramePr>
          <p:cNvPr id="98" name="Google Shape;98;p3">
            <a:extLst>
              <a:ext uri="{FF2B5EF4-FFF2-40B4-BE49-F238E27FC236}">
                <a16:creationId xmlns:a16="http://schemas.microsoft.com/office/drawing/2014/main" id="{3568731E-90CB-0227-B89E-EC8903DB8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2280509"/>
              </p:ext>
            </p:extLst>
          </p:nvPr>
        </p:nvGraphicFramePr>
        <p:xfrm>
          <a:off x="8470334" y="2477652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dirty="0"/>
                        <a:t>20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9" name="Google Shape;99;p3">
            <a:extLst>
              <a:ext uri="{FF2B5EF4-FFF2-40B4-BE49-F238E27FC236}">
                <a16:creationId xmlns:a16="http://schemas.microsoft.com/office/drawing/2014/main" id="{1DF505F6-41C1-2D7A-821C-BDE015F2BE88}"/>
              </a:ext>
            </a:extLst>
          </p:cNvPr>
          <p:cNvSpPr txBox="1"/>
          <p:nvPr/>
        </p:nvSpPr>
        <p:spPr>
          <a:xfrm>
            <a:off x="10406131" y="1888608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3EA914CE-B118-2777-80A5-6FB27570C30A}"/>
              </a:ext>
            </a:extLst>
          </p:cNvPr>
          <p:cNvCxnSpPr>
            <a:stCxn id="99" idx="2"/>
          </p:cNvCxnSpPr>
          <p:nvPr/>
        </p:nvCxnSpPr>
        <p:spPr>
          <a:xfrm>
            <a:off x="10697237" y="2196385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5B04629-51C3-8CE8-F574-9B0E166C99AD}"/>
              </a:ext>
            </a:extLst>
          </p:cNvPr>
          <p:cNvSpPr txBox="1"/>
          <p:nvPr/>
        </p:nvSpPr>
        <p:spPr>
          <a:xfrm>
            <a:off x="10406130" y="3529679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102" name="Google Shape;102;p3">
            <a:extLst>
              <a:ext uri="{FF2B5EF4-FFF2-40B4-BE49-F238E27FC236}">
                <a16:creationId xmlns:a16="http://schemas.microsoft.com/office/drawing/2014/main" id="{CC27B0EA-C677-28A5-9383-833621F6BEB3}"/>
              </a:ext>
            </a:extLst>
          </p:cNvPr>
          <p:cNvCxnSpPr>
            <a:cxnSpLocks/>
          </p:cNvCxnSpPr>
          <p:nvPr/>
        </p:nvCxnSpPr>
        <p:spPr>
          <a:xfrm flipV="1">
            <a:off x="10697235" y="3209883"/>
            <a:ext cx="0" cy="319796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2" name="Google Shape;92;p3">
            <a:extLst>
              <a:ext uri="{FF2B5EF4-FFF2-40B4-BE49-F238E27FC236}">
                <a16:creationId xmlns:a16="http://schemas.microsoft.com/office/drawing/2014/main" id="{71FFD3AA-97B9-FB56-433F-4C6608E5A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021737"/>
              </p:ext>
            </p:extLst>
          </p:nvPr>
        </p:nvGraphicFramePr>
        <p:xfrm>
          <a:off x="4367823" y="246880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dirty="0"/>
                        <a:t>20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 dirty="0"/>
                        <a:t>24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Google Shape;94;p3">
            <a:extLst>
              <a:ext uri="{FF2B5EF4-FFF2-40B4-BE49-F238E27FC236}">
                <a16:creationId xmlns:a16="http://schemas.microsoft.com/office/drawing/2014/main" id="{4A6DD555-E99B-E299-6E95-6B5985C7F9CD}"/>
              </a:ext>
            </a:extLst>
          </p:cNvPr>
          <p:cNvCxnSpPr/>
          <p:nvPr/>
        </p:nvCxnSpPr>
        <p:spPr>
          <a:xfrm>
            <a:off x="5932323" y="2170102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" name="Google Shape;96;p3">
            <a:extLst>
              <a:ext uri="{FF2B5EF4-FFF2-40B4-BE49-F238E27FC236}">
                <a16:creationId xmlns:a16="http://schemas.microsoft.com/office/drawing/2014/main" id="{CA6D73D2-065C-59E5-C88E-530D2930D74F}"/>
              </a:ext>
            </a:extLst>
          </p:cNvPr>
          <p:cNvCxnSpPr/>
          <p:nvPr/>
        </p:nvCxnSpPr>
        <p:spPr>
          <a:xfrm>
            <a:off x="6630246" y="2178719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" name="Google Shape;93;p3">
            <a:extLst>
              <a:ext uri="{FF2B5EF4-FFF2-40B4-BE49-F238E27FC236}">
                <a16:creationId xmlns:a16="http://schemas.microsoft.com/office/drawing/2014/main" id="{6604629D-EE88-C1B4-69C8-00FC2B85B625}"/>
              </a:ext>
            </a:extLst>
          </p:cNvPr>
          <p:cNvSpPr txBox="1"/>
          <p:nvPr/>
        </p:nvSpPr>
        <p:spPr>
          <a:xfrm>
            <a:off x="5641217" y="1832393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5" name="Google Shape;96;p3">
            <a:extLst>
              <a:ext uri="{FF2B5EF4-FFF2-40B4-BE49-F238E27FC236}">
                <a16:creationId xmlns:a16="http://schemas.microsoft.com/office/drawing/2014/main" id="{B4A367A5-E77C-BA88-D91E-957107802019}"/>
              </a:ext>
            </a:extLst>
          </p:cNvPr>
          <p:cNvCxnSpPr>
            <a:cxnSpLocks/>
            <a:stCxn id="92" idx="3"/>
            <a:endCxn id="2" idx="1"/>
          </p:cNvCxnSpPr>
          <p:nvPr/>
        </p:nvCxnSpPr>
        <p:spPr>
          <a:xfrm>
            <a:off x="3394312" y="2765989"/>
            <a:ext cx="973511" cy="763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93;p3">
            <a:extLst>
              <a:ext uri="{FF2B5EF4-FFF2-40B4-BE49-F238E27FC236}">
                <a16:creationId xmlns:a16="http://schemas.microsoft.com/office/drawing/2014/main" id="{771BF763-0542-601B-41A1-747A8197E513}"/>
              </a:ext>
            </a:extLst>
          </p:cNvPr>
          <p:cNvSpPr txBox="1"/>
          <p:nvPr/>
        </p:nvSpPr>
        <p:spPr>
          <a:xfrm>
            <a:off x="6339340" y="1832392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13" name="Google Shape;96;p3">
            <a:extLst>
              <a:ext uri="{FF2B5EF4-FFF2-40B4-BE49-F238E27FC236}">
                <a16:creationId xmlns:a16="http://schemas.microsoft.com/office/drawing/2014/main" id="{B11051F6-A9C5-6100-AA0D-57938ACECFC5}"/>
              </a:ext>
            </a:extLst>
          </p:cNvPr>
          <p:cNvCxnSpPr>
            <a:cxnSpLocks/>
          </p:cNvCxnSpPr>
          <p:nvPr/>
        </p:nvCxnSpPr>
        <p:spPr>
          <a:xfrm>
            <a:off x="7496823" y="2728144"/>
            <a:ext cx="973511" cy="763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96;p3">
            <a:extLst>
              <a:ext uri="{FF2B5EF4-FFF2-40B4-BE49-F238E27FC236}">
                <a16:creationId xmlns:a16="http://schemas.microsoft.com/office/drawing/2014/main" id="{649A9412-1BE5-EADC-B634-B387A89C6F0F}"/>
              </a:ext>
            </a:extLst>
          </p:cNvPr>
          <p:cNvCxnSpPr>
            <a:cxnSpLocks/>
            <a:stCxn id="98" idx="2"/>
          </p:cNvCxnSpPr>
          <p:nvPr/>
        </p:nvCxnSpPr>
        <p:spPr>
          <a:xfrm flipH="1">
            <a:off x="8839200" y="3087272"/>
            <a:ext cx="1195634" cy="1058008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19" name="Google Shape;92;p3">
            <a:extLst>
              <a:ext uri="{FF2B5EF4-FFF2-40B4-BE49-F238E27FC236}">
                <a16:creationId xmlns:a16="http://schemas.microsoft.com/office/drawing/2014/main" id="{35B67544-BB96-2FF6-7C43-7C56DE0D2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182764"/>
              </p:ext>
            </p:extLst>
          </p:nvPr>
        </p:nvGraphicFramePr>
        <p:xfrm>
          <a:off x="5694521" y="3948871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dirty="0"/>
                        <a:t>20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 dirty="0"/>
                        <a:t>24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60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75EF3157-E271-BA64-51C3-EAB12888738B}"/>
              </a:ext>
            </a:extLst>
          </p:cNvPr>
          <p:cNvSpPr txBox="1"/>
          <p:nvPr/>
        </p:nvSpPr>
        <p:spPr>
          <a:xfrm>
            <a:off x="8136138" y="3359762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sp>
        <p:nvSpPr>
          <p:cNvPr id="21" name="Google Shape;99;p3">
            <a:extLst>
              <a:ext uri="{FF2B5EF4-FFF2-40B4-BE49-F238E27FC236}">
                <a16:creationId xmlns:a16="http://schemas.microsoft.com/office/drawing/2014/main" id="{93AF08E4-3C2C-400E-008E-4080C6E5BBD2}"/>
              </a:ext>
            </a:extLst>
          </p:cNvPr>
          <p:cNvSpPr txBox="1"/>
          <p:nvPr/>
        </p:nvSpPr>
        <p:spPr>
          <a:xfrm>
            <a:off x="7617172" y="3346540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22" name="Google Shape;100;p3">
            <a:extLst>
              <a:ext uri="{FF2B5EF4-FFF2-40B4-BE49-F238E27FC236}">
                <a16:creationId xmlns:a16="http://schemas.microsoft.com/office/drawing/2014/main" id="{1D4E9F4F-D98F-C48F-7F82-76972D29AB17}"/>
              </a:ext>
            </a:extLst>
          </p:cNvPr>
          <p:cNvCxnSpPr/>
          <p:nvPr/>
        </p:nvCxnSpPr>
        <p:spPr>
          <a:xfrm>
            <a:off x="7908386" y="3616276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" name="Google Shape;100;p3">
            <a:extLst>
              <a:ext uri="{FF2B5EF4-FFF2-40B4-BE49-F238E27FC236}">
                <a16:creationId xmlns:a16="http://schemas.microsoft.com/office/drawing/2014/main" id="{E7FEC6FC-A42F-E0A0-A70C-0F4EE6B33211}"/>
              </a:ext>
            </a:extLst>
          </p:cNvPr>
          <p:cNvCxnSpPr/>
          <p:nvPr/>
        </p:nvCxnSpPr>
        <p:spPr>
          <a:xfrm>
            <a:off x="8429866" y="3616276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96;p3">
            <a:extLst>
              <a:ext uri="{FF2B5EF4-FFF2-40B4-BE49-F238E27FC236}">
                <a16:creationId xmlns:a16="http://schemas.microsoft.com/office/drawing/2014/main" id="{10B02F2E-2F55-2F66-1C04-1072CE1D8404}"/>
              </a:ext>
            </a:extLst>
          </p:cNvPr>
          <p:cNvCxnSpPr>
            <a:cxnSpLocks/>
          </p:cNvCxnSpPr>
          <p:nvPr/>
        </p:nvCxnSpPr>
        <p:spPr>
          <a:xfrm flipH="1">
            <a:off x="4567731" y="4253681"/>
            <a:ext cx="1073486" cy="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26" name="Google Shape;92;p3">
            <a:extLst>
              <a:ext uri="{FF2B5EF4-FFF2-40B4-BE49-F238E27FC236}">
                <a16:creationId xmlns:a16="http://schemas.microsoft.com/office/drawing/2014/main" id="{FA5793E7-BCA9-0F20-933B-AA752CA4EC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7583700"/>
              </p:ext>
            </p:extLst>
          </p:nvPr>
        </p:nvGraphicFramePr>
        <p:xfrm>
          <a:off x="586463" y="3958928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dirty="0"/>
                        <a:t>20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 dirty="0"/>
                        <a:t>24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60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Google Shape;101;p3">
            <a:extLst>
              <a:ext uri="{FF2B5EF4-FFF2-40B4-BE49-F238E27FC236}">
                <a16:creationId xmlns:a16="http://schemas.microsoft.com/office/drawing/2014/main" id="{1CD8FCEE-5B0B-4C73-F2E0-772B462BE369}"/>
              </a:ext>
            </a:extLst>
          </p:cNvPr>
          <p:cNvSpPr txBox="1"/>
          <p:nvPr/>
        </p:nvSpPr>
        <p:spPr>
          <a:xfrm>
            <a:off x="2987333" y="3385793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sp>
        <p:nvSpPr>
          <p:cNvPr id="28" name="Google Shape;99;p3">
            <a:extLst>
              <a:ext uri="{FF2B5EF4-FFF2-40B4-BE49-F238E27FC236}">
                <a16:creationId xmlns:a16="http://schemas.microsoft.com/office/drawing/2014/main" id="{839EEF90-9710-BD1D-BFD6-B39402AB620D}"/>
              </a:ext>
            </a:extLst>
          </p:cNvPr>
          <p:cNvSpPr txBox="1"/>
          <p:nvPr/>
        </p:nvSpPr>
        <p:spPr>
          <a:xfrm>
            <a:off x="2468367" y="3372571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29" name="Google Shape;100;p3">
            <a:extLst>
              <a:ext uri="{FF2B5EF4-FFF2-40B4-BE49-F238E27FC236}">
                <a16:creationId xmlns:a16="http://schemas.microsoft.com/office/drawing/2014/main" id="{6D608685-6C7C-FB8A-BB2D-2BBC5C903204}"/>
              </a:ext>
            </a:extLst>
          </p:cNvPr>
          <p:cNvCxnSpPr/>
          <p:nvPr/>
        </p:nvCxnSpPr>
        <p:spPr>
          <a:xfrm>
            <a:off x="2759581" y="3642307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" name="Google Shape;100;p3">
            <a:extLst>
              <a:ext uri="{FF2B5EF4-FFF2-40B4-BE49-F238E27FC236}">
                <a16:creationId xmlns:a16="http://schemas.microsoft.com/office/drawing/2014/main" id="{62491D48-1AEB-FBD8-E3B9-A7C985067C35}"/>
              </a:ext>
            </a:extLst>
          </p:cNvPr>
          <p:cNvCxnSpPr/>
          <p:nvPr/>
        </p:nvCxnSpPr>
        <p:spPr>
          <a:xfrm>
            <a:off x="3281061" y="3642307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" name="Google Shape;101;p3">
            <a:extLst>
              <a:ext uri="{FF2B5EF4-FFF2-40B4-BE49-F238E27FC236}">
                <a16:creationId xmlns:a16="http://schemas.microsoft.com/office/drawing/2014/main" id="{947A2360-D1AB-D2DC-FF0A-34CACD78D280}"/>
              </a:ext>
            </a:extLst>
          </p:cNvPr>
          <p:cNvSpPr txBox="1"/>
          <p:nvPr/>
        </p:nvSpPr>
        <p:spPr>
          <a:xfrm>
            <a:off x="3831675" y="4253681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dirty="0"/>
          </a:p>
        </p:txBody>
      </p:sp>
      <p:sp>
        <p:nvSpPr>
          <p:cNvPr id="36" name="Google Shape;101;p3">
            <a:extLst>
              <a:ext uri="{FF2B5EF4-FFF2-40B4-BE49-F238E27FC236}">
                <a16:creationId xmlns:a16="http://schemas.microsoft.com/office/drawing/2014/main" id="{E16E9252-63B1-1032-EAF6-744FC950628A}"/>
              </a:ext>
            </a:extLst>
          </p:cNvPr>
          <p:cNvSpPr txBox="1"/>
          <p:nvPr/>
        </p:nvSpPr>
        <p:spPr>
          <a:xfrm>
            <a:off x="563322" y="4606533"/>
            <a:ext cx="51819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enqueue 47 because back </a:t>
            </a:r>
            <a:r>
              <a:rPr lang="en-MY" dirty="0"/>
              <a:t>= size -1 which indicates that</a:t>
            </a:r>
            <a:r>
              <a:rPr lang="en-MY" sz="14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item is full.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644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D10D032-D24A-073D-2D53-10D512EE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3">
            <a:extLst>
              <a:ext uri="{FF2B5EF4-FFF2-40B4-BE49-F238E27FC236}">
                <a16:creationId xmlns:a16="http://schemas.microsoft.com/office/drawing/2014/main" id="{A9B4BE92-F3B2-5338-99A9-C9D236411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760354"/>
              </p:ext>
            </p:extLst>
          </p:nvPr>
        </p:nvGraphicFramePr>
        <p:xfrm>
          <a:off x="265312" y="246117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3" name="Google Shape;93;p3">
            <a:extLst>
              <a:ext uri="{FF2B5EF4-FFF2-40B4-BE49-F238E27FC236}">
                <a16:creationId xmlns:a16="http://schemas.microsoft.com/office/drawing/2014/main" id="{079B1484-F580-3899-0165-9E975EA34794}"/>
              </a:ext>
            </a:extLst>
          </p:cNvPr>
          <p:cNvSpPr txBox="1"/>
          <p:nvPr/>
        </p:nvSpPr>
        <p:spPr>
          <a:xfrm>
            <a:off x="974361" y="1899119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94" name="Google Shape;94;p3">
            <a:extLst>
              <a:ext uri="{FF2B5EF4-FFF2-40B4-BE49-F238E27FC236}">
                <a16:creationId xmlns:a16="http://schemas.microsoft.com/office/drawing/2014/main" id="{96399C73-8F80-7ECB-97B0-B30A27289D18}"/>
              </a:ext>
            </a:extLst>
          </p:cNvPr>
          <p:cNvCxnSpPr>
            <a:cxnSpLocks/>
          </p:cNvCxnSpPr>
          <p:nvPr/>
        </p:nvCxnSpPr>
        <p:spPr>
          <a:xfrm>
            <a:off x="1256869" y="2167317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" name="Google Shape;95;p3">
            <a:extLst>
              <a:ext uri="{FF2B5EF4-FFF2-40B4-BE49-F238E27FC236}">
                <a16:creationId xmlns:a16="http://schemas.microsoft.com/office/drawing/2014/main" id="{57062279-F4D0-4613-93B4-D882DE36A607}"/>
              </a:ext>
            </a:extLst>
          </p:cNvPr>
          <p:cNvSpPr txBox="1"/>
          <p:nvPr/>
        </p:nvSpPr>
        <p:spPr>
          <a:xfrm>
            <a:off x="2229477" y="1899118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96" name="Google Shape;96;p3">
            <a:extLst>
              <a:ext uri="{FF2B5EF4-FFF2-40B4-BE49-F238E27FC236}">
                <a16:creationId xmlns:a16="http://schemas.microsoft.com/office/drawing/2014/main" id="{2221CC9B-F6A6-3737-CE29-29C407251221}"/>
              </a:ext>
            </a:extLst>
          </p:cNvPr>
          <p:cNvCxnSpPr/>
          <p:nvPr/>
        </p:nvCxnSpPr>
        <p:spPr>
          <a:xfrm>
            <a:off x="2520583" y="2164457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5A37D167-BF44-EE71-4A48-D81808A4D524}"/>
              </a:ext>
            </a:extLst>
          </p:cNvPr>
          <p:cNvSpPr txBox="1"/>
          <p:nvPr/>
        </p:nvSpPr>
        <p:spPr>
          <a:xfrm>
            <a:off x="56805" y="138453"/>
            <a:ext cx="5759567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Based on the same instructions given in question 2 above, draw the queue structure if the circular-queue technique 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implemented: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b="0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myQueue.dequeue</a:t>
            </a:r>
            <a:r>
              <a:rPr lang="en-MY" b="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lang="en-MY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b="0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myQueue.dequeue</a:t>
            </a:r>
            <a:r>
              <a:rPr lang="en-MY" b="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lang="en-MY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b="0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myQueue.enqueue</a:t>
            </a:r>
            <a:r>
              <a:rPr lang="en-MY" b="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(60);</a:t>
            </a:r>
            <a:endParaRPr lang="en-MY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b="0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myQueue.enqueue</a:t>
            </a:r>
            <a:r>
              <a:rPr lang="en-MY" b="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(47);</a:t>
            </a:r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5" name="Google Shape;96;p3">
            <a:extLst>
              <a:ext uri="{FF2B5EF4-FFF2-40B4-BE49-F238E27FC236}">
                <a16:creationId xmlns:a16="http://schemas.microsoft.com/office/drawing/2014/main" id="{FAC438BC-6C2C-CE86-1B2F-152524C813DB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3394312" y="2765989"/>
            <a:ext cx="973511" cy="763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" name="Google Shape;96;p3">
            <a:extLst>
              <a:ext uri="{FF2B5EF4-FFF2-40B4-BE49-F238E27FC236}">
                <a16:creationId xmlns:a16="http://schemas.microsoft.com/office/drawing/2014/main" id="{FC70D357-9072-C78E-0554-561B6F09D83C}"/>
              </a:ext>
            </a:extLst>
          </p:cNvPr>
          <p:cNvCxnSpPr>
            <a:cxnSpLocks/>
          </p:cNvCxnSpPr>
          <p:nvPr/>
        </p:nvCxnSpPr>
        <p:spPr>
          <a:xfrm>
            <a:off x="7496823" y="2728144"/>
            <a:ext cx="973511" cy="763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96;p3">
            <a:extLst>
              <a:ext uri="{FF2B5EF4-FFF2-40B4-BE49-F238E27FC236}">
                <a16:creationId xmlns:a16="http://schemas.microsoft.com/office/drawing/2014/main" id="{44B6E1C0-D386-88F2-FBEE-8E380ADF96DC}"/>
              </a:ext>
            </a:extLst>
          </p:cNvPr>
          <p:cNvCxnSpPr>
            <a:cxnSpLocks/>
          </p:cNvCxnSpPr>
          <p:nvPr/>
        </p:nvCxnSpPr>
        <p:spPr>
          <a:xfrm flipH="1">
            <a:off x="8583018" y="3516783"/>
            <a:ext cx="1195634" cy="1058008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96;p3">
            <a:extLst>
              <a:ext uri="{FF2B5EF4-FFF2-40B4-BE49-F238E27FC236}">
                <a16:creationId xmlns:a16="http://schemas.microsoft.com/office/drawing/2014/main" id="{E31E3E7D-8D64-D112-162B-990C71EACFDF}"/>
              </a:ext>
            </a:extLst>
          </p:cNvPr>
          <p:cNvCxnSpPr>
            <a:cxnSpLocks/>
          </p:cNvCxnSpPr>
          <p:nvPr/>
        </p:nvCxnSpPr>
        <p:spPr>
          <a:xfrm flipH="1">
            <a:off x="4274644" y="4574791"/>
            <a:ext cx="1073486" cy="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3B4B711-365D-6D4B-D378-0D79969136AD}"/>
              </a:ext>
            </a:extLst>
          </p:cNvPr>
          <p:cNvCxnSpPr>
            <a:cxnSpLocks/>
          </p:cNvCxnSpPr>
          <p:nvPr/>
        </p:nvCxnSpPr>
        <p:spPr>
          <a:xfrm flipV="1">
            <a:off x="599440" y="3066985"/>
            <a:ext cx="2463800" cy="291194"/>
          </a:xfrm>
          <a:prstGeom prst="bentConnector3">
            <a:avLst>
              <a:gd name="adj1" fmla="val 100103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oogle Shape;96;p3">
            <a:extLst>
              <a:ext uri="{FF2B5EF4-FFF2-40B4-BE49-F238E27FC236}">
                <a16:creationId xmlns:a16="http://schemas.microsoft.com/office/drawing/2014/main" id="{BCB15000-9DAE-B8DB-DBA2-5AE88C124414}"/>
              </a:ext>
            </a:extLst>
          </p:cNvPr>
          <p:cNvCxnSpPr>
            <a:cxnSpLocks/>
          </p:cNvCxnSpPr>
          <p:nvPr/>
        </p:nvCxnSpPr>
        <p:spPr>
          <a:xfrm flipV="1">
            <a:off x="599440" y="3066985"/>
            <a:ext cx="0" cy="291194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61" name="Google Shape;92;p3">
            <a:extLst>
              <a:ext uri="{FF2B5EF4-FFF2-40B4-BE49-F238E27FC236}">
                <a16:creationId xmlns:a16="http://schemas.microsoft.com/office/drawing/2014/main" id="{38FA78AA-6CCF-2C84-2F67-67DE47DE4C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148505"/>
              </p:ext>
            </p:extLst>
          </p:nvPr>
        </p:nvGraphicFramePr>
        <p:xfrm>
          <a:off x="4361027" y="246117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2" name="Straight Connector 48">
            <a:extLst>
              <a:ext uri="{FF2B5EF4-FFF2-40B4-BE49-F238E27FC236}">
                <a16:creationId xmlns:a16="http://schemas.microsoft.com/office/drawing/2014/main" id="{BB7425A7-A5A8-B235-A3A7-FDD87AAF3D62}"/>
              </a:ext>
            </a:extLst>
          </p:cNvPr>
          <p:cNvCxnSpPr>
            <a:cxnSpLocks/>
          </p:cNvCxnSpPr>
          <p:nvPr/>
        </p:nvCxnSpPr>
        <p:spPr>
          <a:xfrm flipV="1">
            <a:off x="4695155" y="3066985"/>
            <a:ext cx="2463800" cy="291194"/>
          </a:xfrm>
          <a:prstGeom prst="bentConnector3">
            <a:avLst>
              <a:gd name="adj1" fmla="val 100103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oogle Shape;96;p3">
            <a:extLst>
              <a:ext uri="{FF2B5EF4-FFF2-40B4-BE49-F238E27FC236}">
                <a16:creationId xmlns:a16="http://schemas.microsoft.com/office/drawing/2014/main" id="{0E8446CE-07A0-1323-B11C-38B994B998FC}"/>
              </a:ext>
            </a:extLst>
          </p:cNvPr>
          <p:cNvCxnSpPr>
            <a:cxnSpLocks/>
          </p:cNvCxnSpPr>
          <p:nvPr/>
        </p:nvCxnSpPr>
        <p:spPr>
          <a:xfrm flipV="1">
            <a:off x="4695155" y="3066985"/>
            <a:ext cx="0" cy="291194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" name="Google Shape;93;p3">
            <a:extLst>
              <a:ext uri="{FF2B5EF4-FFF2-40B4-BE49-F238E27FC236}">
                <a16:creationId xmlns:a16="http://schemas.microsoft.com/office/drawing/2014/main" id="{459C9C11-691A-9440-BBAE-A8D96374170F}"/>
              </a:ext>
            </a:extLst>
          </p:cNvPr>
          <p:cNvSpPr txBox="1"/>
          <p:nvPr/>
        </p:nvSpPr>
        <p:spPr>
          <a:xfrm>
            <a:off x="5625896" y="1859540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65" name="Google Shape;94;p3">
            <a:extLst>
              <a:ext uri="{FF2B5EF4-FFF2-40B4-BE49-F238E27FC236}">
                <a16:creationId xmlns:a16="http://schemas.microsoft.com/office/drawing/2014/main" id="{5CA3FCE7-4022-3D59-279A-B7442823EE3B}"/>
              </a:ext>
            </a:extLst>
          </p:cNvPr>
          <p:cNvCxnSpPr>
            <a:cxnSpLocks/>
          </p:cNvCxnSpPr>
          <p:nvPr/>
        </p:nvCxnSpPr>
        <p:spPr>
          <a:xfrm>
            <a:off x="5912396" y="2164457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6" name="Google Shape;93;p3">
            <a:extLst>
              <a:ext uri="{FF2B5EF4-FFF2-40B4-BE49-F238E27FC236}">
                <a16:creationId xmlns:a16="http://schemas.microsoft.com/office/drawing/2014/main" id="{56D787AF-68E8-96FE-9356-674E5AD85764}"/>
              </a:ext>
            </a:extLst>
          </p:cNvPr>
          <p:cNvSpPr txBox="1"/>
          <p:nvPr/>
        </p:nvSpPr>
        <p:spPr>
          <a:xfrm>
            <a:off x="6298802" y="1858703"/>
            <a:ext cx="58221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i="1" dirty="0"/>
              <a:t>back</a:t>
            </a:r>
            <a:endParaRPr dirty="0"/>
          </a:p>
        </p:txBody>
      </p:sp>
      <p:cxnSp>
        <p:nvCxnSpPr>
          <p:cNvPr id="67" name="Google Shape;94;p3">
            <a:extLst>
              <a:ext uri="{FF2B5EF4-FFF2-40B4-BE49-F238E27FC236}">
                <a16:creationId xmlns:a16="http://schemas.microsoft.com/office/drawing/2014/main" id="{356942E4-4C41-8E68-FC0C-DE863DE223A3}"/>
              </a:ext>
            </a:extLst>
          </p:cNvPr>
          <p:cNvCxnSpPr>
            <a:cxnSpLocks/>
          </p:cNvCxnSpPr>
          <p:nvPr/>
        </p:nvCxnSpPr>
        <p:spPr>
          <a:xfrm>
            <a:off x="6563187" y="2164457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68" name="Google Shape;92;p3">
            <a:extLst>
              <a:ext uri="{FF2B5EF4-FFF2-40B4-BE49-F238E27FC236}">
                <a16:creationId xmlns:a16="http://schemas.microsoft.com/office/drawing/2014/main" id="{44E6D392-8DCE-5CEA-8C9E-3D964309F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28191"/>
              </p:ext>
            </p:extLst>
          </p:nvPr>
        </p:nvGraphicFramePr>
        <p:xfrm>
          <a:off x="8477130" y="246117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9" name="Straight Connector 48">
            <a:extLst>
              <a:ext uri="{FF2B5EF4-FFF2-40B4-BE49-F238E27FC236}">
                <a16:creationId xmlns:a16="http://schemas.microsoft.com/office/drawing/2014/main" id="{BAA7B30C-BC38-48A1-F92B-200571724CAF}"/>
              </a:ext>
            </a:extLst>
          </p:cNvPr>
          <p:cNvCxnSpPr>
            <a:cxnSpLocks/>
          </p:cNvCxnSpPr>
          <p:nvPr/>
        </p:nvCxnSpPr>
        <p:spPr>
          <a:xfrm flipV="1">
            <a:off x="8811258" y="3066985"/>
            <a:ext cx="2463800" cy="291194"/>
          </a:xfrm>
          <a:prstGeom prst="bentConnector3">
            <a:avLst>
              <a:gd name="adj1" fmla="val 100103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oogle Shape;96;p3">
            <a:extLst>
              <a:ext uri="{FF2B5EF4-FFF2-40B4-BE49-F238E27FC236}">
                <a16:creationId xmlns:a16="http://schemas.microsoft.com/office/drawing/2014/main" id="{F928A114-AA35-5960-F5E5-817309B53098}"/>
              </a:ext>
            </a:extLst>
          </p:cNvPr>
          <p:cNvCxnSpPr>
            <a:cxnSpLocks/>
          </p:cNvCxnSpPr>
          <p:nvPr/>
        </p:nvCxnSpPr>
        <p:spPr>
          <a:xfrm flipV="1">
            <a:off x="8811258" y="3066985"/>
            <a:ext cx="0" cy="291194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" name="Google Shape;93;p3">
            <a:extLst>
              <a:ext uri="{FF2B5EF4-FFF2-40B4-BE49-F238E27FC236}">
                <a16:creationId xmlns:a16="http://schemas.microsoft.com/office/drawing/2014/main" id="{C08B4706-1377-B9A7-3DD4-2B2150718608}"/>
              </a:ext>
            </a:extLst>
          </p:cNvPr>
          <p:cNvSpPr txBox="1"/>
          <p:nvPr/>
        </p:nvSpPr>
        <p:spPr>
          <a:xfrm>
            <a:off x="10185960" y="1814268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72" name="Google Shape;94;p3">
            <a:extLst>
              <a:ext uri="{FF2B5EF4-FFF2-40B4-BE49-F238E27FC236}">
                <a16:creationId xmlns:a16="http://schemas.microsoft.com/office/drawing/2014/main" id="{F44A66AE-E2CB-88D7-39D0-E42359D628B8}"/>
              </a:ext>
            </a:extLst>
          </p:cNvPr>
          <p:cNvCxnSpPr>
            <a:cxnSpLocks/>
          </p:cNvCxnSpPr>
          <p:nvPr/>
        </p:nvCxnSpPr>
        <p:spPr>
          <a:xfrm>
            <a:off x="10477066" y="2122045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94;p3">
            <a:extLst>
              <a:ext uri="{FF2B5EF4-FFF2-40B4-BE49-F238E27FC236}">
                <a16:creationId xmlns:a16="http://schemas.microsoft.com/office/drawing/2014/main" id="{D553A871-1E95-FB2E-D547-9B074D65A260}"/>
              </a:ext>
            </a:extLst>
          </p:cNvPr>
          <p:cNvCxnSpPr>
            <a:cxnSpLocks/>
          </p:cNvCxnSpPr>
          <p:nvPr/>
        </p:nvCxnSpPr>
        <p:spPr>
          <a:xfrm>
            <a:off x="10852986" y="2122045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" name="Google Shape;93;p3">
            <a:extLst>
              <a:ext uri="{FF2B5EF4-FFF2-40B4-BE49-F238E27FC236}">
                <a16:creationId xmlns:a16="http://schemas.microsoft.com/office/drawing/2014/main" id="{0972CC93-5262-CBC0-53FC-3CBAE9956113}"/>
              </a:ext>
            </a:extLst>
          </p:cNvPr>
          <p:cNvSpPr txBox="1"/>
          <p:nvPr/>
        </p:nvSpPr>
        <p:spPr>
          <a:xfrm>
            <a:off x="10622618" y="1827695"/>
            <a:ext cx="58221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i="1" dirty="0"/>
              <a:t>back</a:t>
            </a:r>
            <a:endParaRPr dirty="0"/>
          </a:p>
        </p:txBody>
      </p:sp>
      <p:graphicFrame>
        <p:nvGraphicFramePr>
          <p:cNvPr id="75" name="Google Shape;92;p3">
            <a:extLst>
              <a:ext uri="{FF2B5EF4-FFF2-40B4-BE49-F238E27FC236}">
                <a16:creationId xmlns:a16="http://schemas.microsoft.com/office/drawing/2014/main" id="{1EE1C57D-E262-5F9F-320D-84E8CBFAF9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6357859"/>
              </p:ext>
            </p:extLst>
          </p:nvPr>
        </p:nvGraphicFramePr>
        <p:xfrm>
          <a:off x="5348130" y="4269981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50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60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6" name="Straight Connector 48">
            <a:extLst>
              <a:ext uri="{FF2B5EF4-FFF2-40B4-BE49-F238E27FC236}">
                <a16:creationId xmlns:a16="http://schemas.microsoft.com/office/drawing/2014/main" id="{E7D95974-1F07-711E-9737-43008F9DAE29}"/>
              </a:ext>
            </a:extLst>
          </p:cNvPr>
          <p:cNvCxnSpPr>
            <a:cxnSpLocks/>
          </p:cNvCxnSpPr>
          <p:nvPr/>
        </p:nvCxnSpPr>
        <p:spPr>
          <a:xfrm flipV="1">
            <a:off x="5682258" y="4875787"/>
            <a:ext cx="2463800" cy="291194"/>
          </a:xfrm>
          <a:prstGeom prst="bentConnector3">
            <a:avLst>
              <a:gd name="adj1" fmla="val 100103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oogle Shape;96;p3">
            <a:extLst>
              <a:ext uri="{FF2B5EF4-FFF2-40B4-BE49-F238E27FC236}">
                <a16:creationId xmlns:a16="http://schemas.microsoft.com/office/drawing/2014/main" id="{58837EF8-9441-A7AB-60A8-9EF56ACEB989}"/>
              </a:ext>
            </a:extLst>
          </p:cNvPr>
          <p:cNvCxnSpPr>
            <a:cxnSpLocks/>
          </p:cNvCxnSpPr>
          <p:nvPr/>
        </p:nvCxnSpPr>
        <p:spPr>
          <a:xfrm flipV="1">
            <a:off x="5682258" y="4875787"/>
            <a:ext cx="0" cy="291194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" name="Google Shape;93;p3">
            <a:extLst>
              <a:ext uri="{FF2B5EF4-FFF2-40B4-BE49-F238E27FC236}">
                <a16:creationId xmlns:a16="http://schemas.microsoft.com/office/drawing/2014/main" id="{2BB663F0-BF0B-369F-1CB2-01C7304B922A}"/>
              </a:ext>
            </a:extLst>
          </p:cNvPr>
          <p:cNvSpPr txBox="1"/>
          <p:nvPr/>
        </p:nvSpPr>
        <p:spPr>
          <a:xfrm>
            <a:off x="7854952" y="3694880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sp>
        <p:nvSpPr>
          <p:cNvPr id="79" name="Google Shape;93;p3">
            <a:extLst>
              <a:ext uri="{FF2B5EF4-FFF2-40B4-BE49-F238E27FC236}">
                <a16:creationId xmlns:a16="http://schemas.microsoft.com/office/drawing/2014/main" id="{F838F7D8-C247-EEDD-852E-0FE3D1364E53}"/>
              </a:ext>
            </a:extLst>
          </p:cNvPr>
          <p:cNvSpPr txBox="1"/>
          <p:nvPr/>
        </p:nvSpPr>
        <p:spPr>
          <a:xfrm>
            <a:off x="7272741" y="3684014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80" name="Google Shape;94;p3">
            <a:extLst>
              <a:ext uri="{FF2B5EF4-FFF2-40B4-BE49-F238E27FC236}">
                <a16:creationId xmlns:a16="http://schemas.microsoft.com/office/drawing/2014/main" id="{7BED3ABC-1C3D-4566-7E42-AF0714D52CCD}"/>
              </a:ext>
            </a:extLst>
          </p:cNvPr>
          <p:cNvCxnSpPr>
            <a:cxnSpLocks/>
          </p:cNvCxnSpPr>
          <p:nvPr/>
        </p:nvCxnSpPr>
        <p:spPr>
          <a:xfrm>
            <a:off x="8146057" y="3987863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94;p3">
            <a:extLst>
              <a:ext uri="{FF2B5EF4-FFF2-40B4-BE49-F238E27FC236}">
                <a16:creationId xmlns:a16="http://schemas.microsoft.com/office/drawing/2014/main" id="{7D43B1EF-D8F4-9D28-C754-68B7EFBD1D39}"/>
              </a:ext>
            </a:extLst>
          </p:cNvPr>
          <p:cNvCxnSpPr>
            <a:cxnSpLocks/>
          </p:cNvCxnSpPr>
          <p:nvPr/>
        </p:nvCxnSpPr>
        <p:spPr>
          <a:xfrm>
            <a:off x="7563846" y="3990381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82" name="Google Shape;92;p3">
            <a:extLst>
              <a:ext uri="{FF2B5EF4-FFF2-40B4-BE49-F238E27FC236}">
                <a16:creationId xmlns:a16="http://schemas.microsoft.com/office/drawing/2014/main" id="{99D15AFB-2FA8-6D28-F754-FFB8BA7D6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753994"/>
              </p:ext>
            </p:extLst>
          </p:nvPr>
        </p:nvGraphicFramePr>
        <p:xfrm>
          <a:off x="1145643" y="4313412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47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30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60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3" name="Straight Connector 48">
            <a:extLst>
              <a:ext uri="{FF2B5EF4-FFF2-40B4-BE49-F238E27FC236}">
                <a16:creationId xmlns:a16="http://schemas.microsoft.com/office/drawing/2014/main" id="{C8FFB7DA-6BAB-6985-FB11-2F469AD3D32A}"/>
              </a:ext>
            </a:extLst>
          </p:cNvPr>
          <p:cNvCxnSpPr>
            <a:cxnSpLocks/>
          </p:cNvCxnSpPr>
          <p:nvPr/>
        </p:nvCxnSpPr>
        <p:spPr>
          <a:xfrm flipV="1">
            <a:off x="1479771" y="4919218"/>
            <a:ext cx="2463800" cy="291194"/>
          </a:xfrm>
          <a:prstGeom prst="bentConnector3">
            <a:avLst>
              <a:gd name="adj1" fmla="val 100103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oogle Shape;96;p3">
            <a:extLst>
              <a:ext uri="{FF2B5EF4-FFF2-40B4-BE49-F238E27FC236}">
                <a16:creationId xmlns:a16="http://schemas.microsoft.com/office/drawing/2014/main" id="{712F7EA9-0668-0DC9-22F8-01CC29AF558A}"/>
              </a:ext>
            </a:extLst>
          </p:cNvPr>
          <p:cNvCxnSpPr>
            <a:cxnSpLocks/>
          </p:cNvCxnSpPr>
          <p:nvPr/>
        </p:nvCxnSpPr>
        <p:spPr>
          <a:xfrm flipV="1">
            <a:off x="1479771" y="4919218"/>
            <a:ext cx="0" cy="291194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94;p3">
            <a:extLst>
              <a:ext uri="{FF2B5EF4-FFF2-40B4-BE49-F238E27FC236}">
                <a16:creationId xmlns:a16="http://schemas.microsoft.com/office/drawing/2014/main" id="{48A8EE0C-2464-EF39-163E-570911EB9D78}"/>
              </a:ext>
            </a:extLst>
          </p:cNvPr>
          <p:cNvCxnSpPr>
            <a:cxnSpLocks/>
          </p:cNvCxnSpPr>
          <p:nvPr/>
        </p:nvCxnSpPr>
        <p:spPr>
          <a:xfrm>
            <a:off x="1479771" y="4033812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94;p3">
            <a:extLst>
              <a:ext uri="{FF2B5EF4-FFF2-40B4-BE49-F238E27FC236}">
                <a16:creationId xmlns:a16="http://schemas.microsoft.com/office/drawing/2014/main" id="{8BCC3B87-AA68-3816-AAFA-148BE59D2DE1}"/>
              </a:ext>
            </a:extLst>
          </p:cNvPr>
          <p:cNvCxnSpPr>
            <a:cxnSpLocks/>
          </p:cNvCxnSpPr>
          <p:nvPr/>
        </p:nvCxnSpPr>
        <p:spPr>
          <a:xfrm>
            <a:off x="3361359" y="4033812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8" name="Google Shape;93;p3">
            <a:extLst>
              <a:ext uri="{FF2B5EF4-FFF2-40B4-BE49-F238E27FC236}">
                <a16:creationId xmlns:a16="http://schemas.microsoft.com/office/drawing/2014/main" id="{973C3BC5-B008-5990-8CB9-0191424931F4}"/>
              </a:ext>
            </a:extLst>
          </p:cNvPr>
          <p:cNvSpPr txBox="1"/>
          <p:nvPr/>
        </p:nvSpPr>
        <p:spPr>
          <a:xfrm>
            <a:off x="3094902" y="3776605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sp>
        <p:nvSpPr>
          <p:cNvPr id="114" name="Google Shape;93;p3">
            <a:extLst>
              <a:ext uri="{FF2B5EF4-FFF2-40B4-BE49-F238E27FC236}">
                <a16:creationId xmlns:a16="http://schemas.microsoft.com/office/drawing/2014/main" id="{EB1CB644-4B6A-A6AC-FFED-44BB63D5A74C}"/>
              </a:ext>
            </a:extLst>
          </p:cNvPr>
          <p:cNvSpPr txBox="1"/>
          <p:nvPr/>
        </p:nvSpPr>
        <p:spPr>
          <a:xfrm>
            <a:off x="1188665" y="3726035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771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/>
        </p:nvSpPr>
        <p:spPr>
          <a:xfrm>
            <a:off x="627529" y="573740"/>
            <a:ext cx="103829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binary tree structure as follows: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387558" y="1539587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97212" y="2460314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957753" y="2460314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553483" y="3332844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2446138" y="3346750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18" name="Google Shape;118;p2"/>
          <p:cNvCxnSpPr>
            <a:stCxn id="113" idx="2"/>
            <a:endCxn id="115" idx="0"/>
          </p:cNvCxnSpPr>
          <p:nvPr/>
        </p:nvCxnSpPr>
        <p:spPr>
          <a:xfrm>
            <a:off x="1563247" y="1908919"/>
            <a:ext cx="5703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2"/>
          <p:cNvCxnSpPr>
            <a:stCxn id="115" idx="2"/>
            <a:endCxn id="116" idx="0"/>
          </p:cNvCxnSpPr>
          <p:nvPr/>
        </p:nvCxnSpPr>
        <p:spPr>
          <a:xfrm flipH="1">
            <a:off x="1722742" y="2829646"/>
            <a:ext cx="410700" cy="503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2"/>
          <p:cNvCxnSpPr>
            <a:stCxn id="115" idx="2"/>
            <a:endCxn id="117" idx="0"/>
          </p:cNvCxnSpPr>
          <p:nvPr/>
        </p:nvCxnSpPr>
        <p:spPr>
          <a:xfrm>
            <a:off x="2133442" y="2829646"/>
            <a:ext cx="482100" cy="51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2"/>
          <p:cNvCxnSpPr>
            <a:stCxn id="113" idx="2"/>
            <a:endCxn id="114" idx="0"/>
          </p:cNvCxnSpPr>
          <p:nvPr/>
        </p:nvCxnSpPr>
        <p:spPr>
          <a:xfrm flipH="1">
            <a:off x="972847" y="1908919"/>
            <a:ext cx="5904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" name="Google Shape;122;p2"/>
          <p:cNvSpPr txBox="1"/>
          <p:nvPr/>
        </p:nvSpPr>
        <p:spPr>
          <a:xfrm>
            <a:off x="4774922" y="1459419"/>
            <a:ext cx="7310241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Trace the output for pre-order, in-order, and post-order traversals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Pre-order: </a:t>
            </a:r>
            <a:r>
              <a:rPr lang="en-MY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DCUKX</a:t>
            </a:r>
            <a:endParaRPr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In-order: </a:t>
            </a: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CDKUX</a:t>
            </a:r>
            <a:endParaRPr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Post-order: </a:t>
            </a: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CKXUD</a:t>
            </a:r>
            <a:endParaRPr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C245897-34B8-5E97-E4D3-2070F8FF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3125C9E0-FACA-8C12-E640-E8046A927515}"/>
              </a:ext>
            </a:extLst>
          </p:cNvPr>
          <p:cNvSpPr txBox="1"/>
          <p:nvPr/>
        </p:nvSpPr>
        <p:spPr>
          <a:xfrm>
            <a:off x="352016" y="492010"/>
            <a:ext cx="954735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Draw the new structure of the tree after new nodes/items (‘A’ and ‘M’) are added into the tree: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23;p2">
            <a:extLst>
              <a:ext uri="{FF2B5EF4-FFF2-40B4-BE49-F238E27FC236}">
                <a16:creationId xmlns:a16="http://schemas.microsoft.com/office/drawing/2014/main" id="{B9AEFE47-8ACB-A1BE-0E9D-4AC10F8D4C64}"/>
              </a:ext>
            </a:extLst>
          </p:cNvPr>
          <p:cNvSpPr txBox="1"/>
          <p:nvPr/>
        </p:nvSpPr>
        <p:spPr>
          <a:xfrm>
            <a:off x="3868374" y="1716079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5" name="Google Shape;124;p2">
            <a:extLst>
              <a:ext uri="{FF2B5EF4-FFF2-40B4-BE49-F238E27FC236}">
                <a16:creationId xmlns:a16="http://schemas.microsoft.com/office/drawing/2014/main" id="{375C0FCF-F8DA-2FC5-FF66-76AA17848809}"/>
              </a:ext>
            </a:extLst>
          </p:cNvPr>
          <p:cNvSpPr txBox="1"/>
          <p:nvPr/>
        </p:nvSpPr>
        <p:spPr>
          <a:xfrm>
            <a:off x="3278028" y="2636806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6" name="Google Shape;125;p2">
            <a:extLst>
              <a:ext uri="{FF2B5EF4-FFF2-40B4-BE49-F238E27FC236}">
                <a16:creationId xmlns:a16="http://schemas.microsoft.com/office/drawing/2014/main" id="{0822D5B9-A339-151F-3467-AB9272B95A2E}"/>
              </a:ext>
            </a:extLst>
          </p:cNvPr>
          <p:cNvSpPr txBox="1"/>
          <p:nvPr/>
        </p:nvSpPr>
        <p:spPr>
          <a:xfrm>
            <a:off x="4438569" y="2636806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7" name="Google Shape;126;p2">
            <a:extLst>
              <a:ext uri="{FF2B5EF4-FFF2-40B4-BE49-F238E27FC236}">
                <a16:creationId xmlns:a16="http://schemas.microsoft.com/office/drawing/2014/main" id="{3025E6E2-8B64-883A-1C84-B8963B318330}"/>
              </a:ext>
            </a:extLst>
          </p:cNvPr>
          <p:cNvSpPr txBox="1"/>
          <p:nvPr/>
        </p:nvSpPr>
        <p:spPr>
          <a:xfrm>
            <a:off x="4034299" y="3509336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sp>
        <p:nvSpPr>
          <p:cNvPr id="8" name="Google Shape;127;p2">
            <a:extLst>
              <a:ext uri="{FF2B5EF4-FFF2-40B4-BE49-F238E27FC236}">
                <a16:creationId xmlns:a16="http://schemas.microsoft.com/office/drawing/2014/main" id="{8F1602E5-2B44-BBA0-CFF5-91F9CA1039CD}"/>
              </a:ext>
            </a:extLst>
          </p:cNvPr>
          <p:cNvSpPr txBox="1"/>
          <p:nvPr/>
        </p:nvSpPr>
        <p:spPr>
          <a:xfrm>
            <a:off x="4926954" y="3523242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" name="Google Shape;128;p2">
            <a:extLst>
              <a:ext uri="{FF2B5EF4-FFF2-40B4-BE49-F238E27FC236}">
                <a16:creationId xmlns:a16="http://schemas.microsoft.com/office/drawing/2014/main" id="{8143492E-5AAD-53A8-41B9-650040638EB1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044063" y="2085411"/>
            <a:ext cx="5703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129;p2">
            <a:extLst>
              <a:ext uri="{FF2B5EF4-FFF2-40B4-BE49-F238E27FC236}">
                <a16:creationId xmlns:a16="http://schemas.microsoft.com/office/drawing/2014/main" id="{3EAB5931-5D70-D81A-EB22-D294C4CD9AA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4203558" y="3006138"/>
            <a:ext cx="410700" cy="503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" name="Google Shape;130;p2">
            <a:extLst>
              <a:ext uri="{FF2B5EF4-FFF2-40B4-BE49-F238E27FC236}">
                <a16:creationId xmlns:a16="http://schemas.microsoft.com/office/drawing/2014/main" id="{F69D7559-B349-1648-82BA-57366AC04821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4614258" y="3006138"/>
            <a:ext cx="482100" cy="51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131;p2">
            <a:extLst>
              <a:ext uri="{FF2B5EF4-FFF2-40B4-BE49-F238E27FC236}">
                <a16:creationId xmlns:a16="http://schemas.microsoft.com/office/drawing/2014/main" id="{0E097384-3369-C5F2-0062-E604B9D5D75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453663" y="2085411"/>
            <a:ext cx="5904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126;p2">
            <a:extLst>
              <a:ext uri="{FF2B5EF4-FFF2-40B4-BE49-F238E27FC236}">
                <a16:creationId xmlns:a16="http://schemas.microsoft.com/office/drawing/2014/main" id="{8CB0FF1A-4480-689F-72C6-B9335301F935}"/>
              </a:ext>
            </a:extLst>
          </p:cNvPr>
          <p:cNvSpPr txBox="1"/>
          <p:nvPr/>
        </p:nvSpPr>
        <p:spPr>
          <a:xfrm>
            <a:off x="2875504" y="3523242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14" name="Google Shape;127;p2">
            <a:extLst>
              <a:ext uri="{FF2B5EF4-FFF2-40B4-BE49-F238E27FC236}">
                <a16:creationId xmlns:a16="http://schemas.microsoft.com/office/drawing/2014/main" id="{8840D51C-6220-9C38-1A81-1B626B294FC3}"/>
              </a:ext>
            </a:extLst>
          </p:cNvPr>
          <p:cNvSpPr txBox="1"/>
          <p:nvPr/>
        </p:nvSpPr>
        <p:spPr>
          <a:xfrm>
            <a:off x="4480399" y="4319978"/>
            <a:ext cx="338554" cy="36929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dirty="0"/>
              <a:t>M</a:t>
            </a:r>
            <a:endParaRPr dirty="0"/>
          </a:p>
        </p:txBody>
      </p:sp>
      <p:cxnSp>
        <p:nvCxnSpPr>
          <p:cNvPr id="15" name="Google Shape;130;p2">
            <a:extLst>
              <a:ext uri="{FF2B5EF4-FFF2-40B4-BE49-F238E27FC236}">
                <a16:creationId xmlns:a16="http://schemas.microsoft.com/office/drawing/2014/main" id="{3931AE3C-D4A8-48E1-D345-316D705B8C12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4203576" y="3878668"/>
            <a:ext cx="446100" cy="44131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129;p2">
            <a:extLst>
              <a:ext uri="{FF2B5EF4-FFF2-40B4-BE49-F238E27FC236}">
                <a16:creationId xmlns:a16="http://schemas.microsoft.com/office/drawing/2014/main" id="{F662AB1F-871A-7FDA-8726-7E73671E0783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3044781" y="3006138"/>
            <a:ext cx="408936" cy="517104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50595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627529" y="573740"/>
            <a:ext cx="367109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binary tree structure as follows: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387558" y="153958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1129061" y="212620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660937" y="212620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444186" y="266732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917147" y="266732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42" name="Google Shape;142;p16"/>
          <p:cNvCxnSpPr>
            <a:stCxn id="137" idx="2"/>
            <a:endCxn id="139" idx="0"/>
          </p:cNvCxnSpPr>
          <p:nvPr/>
        </p:nvCxnSpPr>
        <p:spPr>
          <a:xfrm>
            <a:off x="1564850" y="1816586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3" name="Google Shape;143;p16"/>
          <p:cNvCxnSpPr>
            <a:stCxn id="139" idx="2"/>
            <a:endCxn id="140" idx="0"/>
          </p:cNvCxnSpPr>
          <p:nvPr/>
        </p:nvCxnSpPr>
        <p:spPr>
          <a:xfrm flipH="1">
            <a:off x="1621329" y="2403205"/>
            <a:ext cx="2169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" name="Google Shape;144;p16"/>
          <p:cNvCxnSpPr>
            <a:stCxn id="139" idx="2"/>
            <a:endCxn id="141" idx="0"/>
          </p:cNvCxnSpPr>
          <p:nvPr/>
        </p:nvCxnSpPr>
        <p:spPr>
          <a:xfrm>
            <a:off x="1838229" y="2403205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6"/>
          <p:cNvCxnSpPr>
            <a:stCxn id="137" idx="2"/>
            <a:endCxn id="138" idx="0"/>
          </p:cNvCxnSpPr>
          <p:nvPr/>
        </p:nvCxnSpPr>
        <p:spPr>
          <a:xfrm flipH="1">
            <a:off x="1306250" y="1816586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16"/>
          <p:cNvSpPr txBox="1"/>
          <p:nvPr/>
        </p:nvSpPr>
        <p:spPr>
          <a:xfrm>
            <a:off x="4652373" y="399366"/>
            <a:ext cx="7310241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question below, assume that the tree structure is always in its original form,  as shown on the left side of  this slide page.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Tree structure after node 50 is deleted: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Tree structure after node 60 is deleted: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Tree structure after node 40 is deleted: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8579923" y="1254339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21426" y="184095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853302" y="184095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109512" y="2382079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52" name="Google Shape;152;p16"/>
          <p:cNvCxnSpPr>
            <a:stCxn id="147" idx="2"/>
            <a:endCxn id="149" idx="0"/>
          </p:cNvCxnSpPr>
          <p:nvPr/>
        </p:nvCxnSpPr>
        <p:spPr>
          <a:xfrm>
            <a:off x="8757215" y="1531338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" name="Google Shape;154;p16"/>
          <p:cNvCxnSpPr>
            <a:stCxn id="149" idx="2"/>
            <a:endCxn id="151" idx="0"/>
          </p:cNvCxnSpPr>
          <p:nvPr/>
        </p:nvCxnSpPr>
        <p:spPr>
          <a:xfrm>
            <a:off x="9030594" y="2117957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5" name="Google Shape;155;p16"/>
          <p:cNvCxnSpPr>
            <a:stCxn id="147" idx="2"/>
            <a:endCxn id="148" idx="0"/>
          </p:cNvCxnSpPr>
          <p:nvPr/>
        </p:nvCxnSpPr>
        <p:spPr>
          <a:xfrm flipH="1">
            <a:off x="8498615" y="1531338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6" name="Google Shape;156;p16"/>
          <p:cNvSpPr txBox="1"/>
          <p:nvPr/>
        </p:nvSpPr>
        <p:spPr>
          <a:xfrm>
            <a:off x="8579923" y="291881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321426" y="350543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636551" y="404655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838523" y="351843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dirty="0"/>
          </a:p>
        </p:txBody>
      </p:sp>
      <p:cxnSp>
        <p:nvCxnSpPr>
          <p:cNvPr id="161" name="Google Shape;161;p16"/>
          <p:cNvCxnSpPr>
            <a:cxnSpLocks/>
            <a:stCxn id="156" idx="2"/>
            <a:endCxn id="160" idx="0"/>
          </p:cNvCxnSpPr>
          <p:nvPr/>
        </p:nvCxnSpPr>
        <p:spPr>
          <a:xfrm>
            <a:off x="8757215" y="3195817"/>
            <a:ext cx="258600" cy="32261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p16"/>
          <p:cNvCxnSpPr>
            <a:cxnSpLocks/>
            <a:endCxn id="159" idx="0"/>
          </p:cNvCxnSpPr>
          <p:nvPr/>
        </p:nvCxnSpPr>
        <p:spPr>
          <a:xfrm flipH="1">
            <a:off x="8813694" y="3782436"/>
            <a:ext cx="2169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4" name="Google Shape;164;p16"/>
          <p:cNvCxnSpPr>
            <a:stCxn id="156" idx="2"/>
            <a:endCxn id="157" idx="0"/>
          </p:cNvCxnSpPr>
          <p:nvPr/>
        </p:nvCxnSpPr>
        <p:spPr>
          <a:xfrm flipH="1">
            <a:off x="8498615" y="3195817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6" name="Google Shape;166;p16"/>
          <p:cNvSpPr txBox="1"/>
          <p:nvPr/>
        </p:nvSpPr>
        <p:spPr>
          <a:xfrm>
            <a:off x="8321426" y="520675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853302" y="520675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572175" y="462889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9109512" y="574787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70" name="Google Shape;170;p16"/>
          <p:cNvCxnSpPr>
            <a:cxnSpLocks/>
            <a:endCxn id="167" idx="0"/>
          </p:cNvCxnSpPr>
          <p:nvPr/>
        </p:nvCxnSpPr>
        <p:spPr>
          <a:xfrm>
            <a:off x="8757215" y="4897136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6"/>
          <p:cNvCxnSpPr>
            <a:stCxn id="167" idx="2"/>
            <a:endCxn id="169" idx="0"/>
          </p:cNvCxnSpPr>
          <p:nvPr/>
        </p:nvCxnSpPr>
        <p:spPr>
          <a:xfrm>
            <a:off x="9030594" y="5483755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6"/>
          <p:cNvCxnSpPr>
            <a:cxnSpLocks/>
            <a:endCxn id="166" idx="0"/>
          </p:cNvCxnSpPr>
          <p:nvPr/>
        </p:nvCxnSpPr>
        <p:spPr>
          <a:xfrm flipH="1">
            <a:off x="8498615" y="4897136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426</Words>
  <Application>Microsoft Office PowerPoint</Application>
  <PresentationFormat>Widescreen</PresentationFormat>
  <Paragraphs>205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SECJ2013 - DSA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MOHD RAZAK SAMINGAN</dc:creator>
  <cp:lastModifiedBy>Afiq Danial</cp:lastModifiedBy>
  <cp:revision>7</cp:revision>
  <dcterms:created xsi:type="dcterms:W3CDTF">2023-10-16T08:01:42Z</dcterms:created>
  <dcterms:modified xsi:type="dcterms:W3CDTF">2025-01-12T09:28:29Z</dcterms:modified>
</cp:coreProperties>
</file>