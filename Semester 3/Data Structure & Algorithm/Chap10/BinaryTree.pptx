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58" r:id="rId6"/>
    <p:sldId id="259" r:id="rId7"/>
    <p:sldId id="262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880B-32A4-7A81-2CFC-F9F030590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A5584-0E8A-0889-DF39-9C26F95E9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0D27E-4B86-9A95-2351-A3B618BC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C73F9-2116-E967-E996-060DF9C1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1CBEF-2F14-AD5F-BA6A-4E64C145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949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D619-2CA1-243F-5E04-1E083640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0A6C8-815A-F891-7D85-4BD50F95D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4DBD-CD8A-0CEB-9800-E98420A3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38836-E7A2-5AD6-B354-0BDC14F2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3C9A4-DAC5-F9FC-9E3C-961C3762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950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EC59-C6F6-B0AB-71CA-413F89B43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B19BF-7B1D-4D08-F851-F2993F69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B636C-2422-657F-288B-29855721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ABDAF-8487-3B35-1380-6A4C5101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6EF-BE94-A877-0278-C958FAB1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47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1A3D-EAE3-F20C-31B9-C0D4DF2C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1B2D-F639-6F74-1541-0317EBC15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401F0-AB76-87AF-FC13-C376728DD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0092D-5E84-A17C-4E35-7CACD205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95FA5-2FD6-ED35-7595-1A5338BF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4BA23-A70D-77D4-0D54-78B53B92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24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9935-1B0F-FFE5-6A01-D526E9A8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2F928-1188-BB64-41E7-C87EE1E66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736FF-87F8-CCA6-0BE2-9799FEA35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1DDC5-A8C4-94E7-E2F1-EB3D9DCAE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26771-CDBB-9876-23EE-E35D75B85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A9320-DC8B-FAD0-7E2B-BA026102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32962-F2D8-4AA4-DFFE-4853E762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980AC-8909-B557-F70A-03108968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418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217F-E0BF-AFD7-F1D8-5B8C1F2E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E1A67-7F48-836B-34FC-997A08C7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81E80-8479-5114-B67E-5A0D9A0A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CF4F9-FBBA-35CD-B6A4-32B2C3FE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95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8B04F-0CC9-5E9F-90C9-D59A0C70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085EA-28C0-AF08-551F-53499ACF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2D6B4-9A07-DC34-D401-277D3601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7787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CA1E-D3FA-B3A8-CA90-09D8FD34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66EB-61F7-62FD-4B52-D4FE08407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43B2C-8419-B7C2-04D1-8875F2BD8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AA3F-D582-A2E9-77E8-6923A40E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23010-4424-0CF9-0490-F8BA137E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3319F-A2CF-AB3A-FA49-E7177409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8103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C8B8-F960-3A15-3768-69DC5704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9056E-0038-1D3A-EEC0-A7EBBEBFB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6DB66-1F72-16D9-4E45-8ACFCE008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B6805-69D3-EEB3-9277-49A8AC54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E2C59-4803-7D7A-73BD-DE54773F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77575-0966-C8D7-FCA7-D8490F47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546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E29F-BC03-79BC-16DA-A5637D20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13056-AF23-60B3-3058-11F0DD03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FD859-4024-56D2-01A8-3BCF79FD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D4B41-A97F-1C0C-0F59-8981EAF9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202B9-D16A-03F8-8E4C-9EAC77F2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540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A1543-E1C7-2F69-677C-C20299835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A9169-9D9F-1FD8-99CA-A831F7095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6104-14C8-F1FD-CD5E-96ED1A35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95EB-A423-788C-ACFF-9157B6DA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AFE3-8D5D-CCCD-F0E6-F2BFD34E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728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35B70-7B52-41F1-9C37-68204A7A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E267E-F05A-7267-1001-A2ECCF888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2DCF-79A1-B82F-4265-29AE1B8DA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6625B-F9C8-476C-8D6D-1A79EAF7E938}" type="datetimeFigureOut">
              <a:rPr lang="en-MY" smtClean="0"/>
              <a:t>1/1/2025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421E5-D870-C4F9-2CC1-E42B07802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78DAC-09DF-2803-E89F-914560556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47C29-B6E1-43FE-822B-670EA84246C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175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DBC1D-92A8-874E-0942-3DE1FB59EE7F}"/>
              </a:ext>
            </a:extLst>
          </p:cNvPr>
          <p:cNvSpPr txBox="1"/>
          <p:nvPr/>
        </p:nvSpPr>
        <p:spPr>
          <a:xfrm>
            <a:off x="1646857" y="458015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c * 3 / 2 - 4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1CD85-77A5-9142-7DC7-1A5DD82E3884}"/>
              </a:ext>
            </a:extLst>
          </p:cNvPr>
          <p:cNvSpPr txBox="1"/>
          <p:nvPr/>
        </p:nvSpPr>
        <p:spPr>
          <a:xfrm>
            <a:off x="9858935" y="4453217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*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5C1F9D-7E43-F073-EA45-10D1F098D9E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9483157" y="4822549"/>
            <a:ext cx="525819" cy="56098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4FC889-853D-291C-E0FA-2AF4909A6ADD}"/>
              </a:ext>
            </a:extLst>
          </p:cNvPr>
          <p:cNvSpPr txBox="1"/>
          <p:nvPr/>
        </p:nvSpPr>
        <p:spPr>
          <a:xfrm>
            <a:off x="9341932" y="5383536"/>
            <a:ext cx="2824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438BB-8D31-F879-8530-5CCDA57689A1}"/>
              </a:ext>
            </a:extLst>
          </p:cNvPr>
          <p:cNvSpPr txBox="1"/>
          <p:nvPr/>
        </p:nvSpPr>
        <p:spPr>
          <a:xfrm>
            <a:off x="10439960" y="5367190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67BDC9-B098-41DF-26A1-0F3F83B56DB7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10008976" y="4822549"/>
            <a:ext cx="581827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B3CDC5F-6784-7897-C6F2-BB3CA913432C}"/>
              </a:ext>
            </a:extLst>
          </p:cNvPr>
          <p:cNvSpPr txBox="1"/>
          <p:nvPr/>
        </p:nvSpPr>
        <p:spPr>
          <a:xfrm>
            <a:off x="10604429" y="3488161"/>
            <a:ext cx="2744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9C200-5890-3405-F233-675259095DF1}"/>
              </a:ext>
            </a:extLst>
          </p:cNvPr>
          <p:cNvSpPr txBox="1"/>
          <p:nvPr/>
        </p:nvSpPr>
        <p:spPr>
          <a:xfrm>
            <a:off x="11252263" y="4453217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265A5E-709F-95E3-0E0B-D8E906131129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0741646" y="3857493"/>
            <a:ext cx="66146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16274C-70FF-61E6-5B6A-0D9E4B1A4461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10008976" y="3857493"/>
            <a:ext cx="73267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88B664-A702-91DF-7847-A8580E9910D9}"/>
              </a:ext>
            </a:extLst>
          </p:cNvPr>
          <p:cNvSpPr txBox="1"/>
          <p:nvPr/>
        </p:nvSpPr>
        <p:spPr>
          <a:xfrm>
            <a:off x="9929182" y="2564394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E61B31-7D82-CBCE-2B6A-58A0610825CC}"/>
              </a:ext>
            </a:extLst>
          </p:cNvPr>
          <p:cNvSpPr txBox="1"/>
          <p:nvPr/>
        </p:nvSpPr>
        <p:spPr>
          <a:xfrm>
            <a:off x="9439879" y="3488161"/>
            <a:ext cx="30649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94FA8A-E050-A237-443F-DDD17C029C91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9593126" y="2933726"/>
            <a:ext cx="486097" cy="55443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BAFD9B-51C8-77AE-A773-832BA910DC26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>
            <a:off x="10079223" y="2933726"/>
            <a:ext cx="662423" cy="55443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B70EAD-6CF2-8BB9-BB5B-A95764002527}"/>
              </a:ext>
            </a:extLst>
          </p:cNvPr>
          <p:cNvSpPr txBox="1"/>
          <p:nvPr/>
        </p:nvSpPr>
        <p:spPr>
          <a:xfrm>
            <a:off x="10486448" y="1650421"/>
            <a:ext cx="25519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-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381E4A-1368-72F3-518A-7D9729CBA44E}"/>
              </a:ext>
            </a:extLst>
          </p:cNvPr>
          <p:cNvCxnSpPr>
            <a:cxnSpLocks/>
            <a:stCxn id="31" idx="2"/>
            <a:endCxn id="19" idx="0"/>
          </p:cNvCxnSpPr>
          <p:nvPr/>
        </p:nvCxnSpPr>
        <p:spPr>
          <a:xfrm flipH="1">
            <a:off x="10079223" y="2019753"/>
            <a:ext cx="534824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0EAF6C2-A8AE-A902-8902-C38406B07364}"/>
              </a:ext>
            </a:extLst>
          </p:cNvPr>
          <p:cNvSpPr txBox="1"/>
          <p:nvPr/>
        </p:nvSpPr>
        <p:spPr>
          <a:xfrm>
            <a:off x="11122404" y="2564394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074936-5536-E97D-CA04-7239E338E8E6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>
          <a:xfrm>
            <a:off x="10614047" y="2019753"/>
            <a:ext cx="659200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38FA68D-7A39-AB66-F621-2ABD7240CE3F}"/>
              </a:ext>
            </a:extLst>
          </p:cNvPr>
          <p:cNvSpPr txBox="1"/>
          <p:nvPr/>
        </p:nvSpPr>
        <p:spPr>
          <a:xfrm>
            <a:off x="922109" y="4469563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*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E800EE-D960-0357-FBD3-D4FCE2BC46CB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flipH="1">
            <a:off x="546331" y="4838895"/>
            <a:ext cx="525819" cy="56098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9F8DB68-4028-1381-4A54-71AA1DEC9B87}"/>
              </a:ext>
            </a:extLst>
          </p:cNvPr>
          <p:cNvSpPr txBox="1"/>
          <p:nvPr/>
        </p:nvSpPr>
        <p:spPr>
          <a:xfrm>
            <a:off x="405106" y="5399882"/>
            <a:ext cx="2824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703D00-3761-21EF-3344-2DEF3934E4BA}"/>
              </a:ext>
            </a:extLst>
          </p:cNvPr>
          <p:cNvSpPr txBox="1"/>
          <p:nvPr/>
        </p:nvSpPr>
        <p:spPr>
          <a:xfrm>
            <a:off x="1503134" y="5383536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6D0C52-7D9B-2195-6A44-91023AD9F507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1072150" y="4838895"/>
            <a:ext cx="581827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C88F2C5-C718-188F-F628-1F58B2D9F978}"/>
              </a:ext>
            </a:extLst>
          </p:cNvPr>
          <p:cNvSpPr txBox="1"/>
          <p:nvPr/>
        </p:nvSpPr>
        <p:spPr>
          <a:xfrm>
            <a:off x="3153672" y="4453217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*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D7FB9F-696C-B155-862D-9CDD2483D71B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 flipH="1">
            <a:off x="2777894" y="4822549"/>
            <a:ext cx="525819" cy="56098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596D823-0341-C5C7-5766-D044D73F21C0}"/>
              </a:ext>
            </a:extLst>
          </p:cNvPr>
          <p:cNvSpPr txBox="1"/>
          <p:nvPr/>
        </p:nvSpPr>
        <p:spPr>
          <a:xfrm>
            <a:off x="2636669" y="5383536"/>
            <a:ext cx="2824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E974E5-A035-09F5-FB3B-5B52227AE639}"/>
              </a:ext>
            </a:extLst>
          </p:cNvPr>
          <p:cNvSpPr txBox="1"/>
          <p:nvPr/>
        </p:nvSpPr>
        <p:spPr>
          <a:xfrm>
            <a:off x="3734697" y="5367190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8E18CF9-3549-DD56-4A98-E1138FE40C71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3303713" y="4822549"/>
            <a:ext cx="581827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2D2EA41-E189-04AE-6834-7F63C4BB9993}"/>
              </a:ext>
            </a:extLst>
          </p:cNvPr>
          <p:cNvSpPr txBox="1"/>
          <p:nvPr/>
        </p:nvSpPr>
        <p:spPr>
          <a:xfrm>
            <a:off x="3899166" y="3488161"/>
            <a:ext cx="2744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/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63D248-22BB-4492-52F1-D2EEE5C5D9FF}"/>
              </a:ext>
            </a:extLst>
          </p:cNvPr>
          <p:cNvSpPr txBox="1"/>
          <p:nvPr/>
        </p:nvSpPr>
        <p:spPr>
          <a:xfrm>
            <a:off x="4547000" y="4453217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4059452-D5D6-AB87-DECC-C2A8F3578C96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4036383" y="3857493"/>
            <a:ext cx="66146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83F4CF4-13D0-A838-9939-3436F55AFF47}"/>
              </a:ext>
            </a:extLst>
          </p:cNvPr>
          <p:cNvCxnSpPr>
            <a:cxnSpLocks/>
            <a:stCxn id="55" idx="2"/>
            <a:endCxn id="50" idx="0"/>
          </p:cNvCxnSpPr>
          <p:nvPr/>
        </p:nvCxnSpPr>
        <p:spPr>
          <a:xfrm flipH="1">
            <a:off x="3303713" y="3857493"/>
            <a:ext cx="73267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2D691A2-1832-CFE6-C0D9-D613891C581F}"/>
              </a:ext>
            </a:extLst>
          </p:cNvPr>
          <p:cNvSpPr txBox="1"/>
          <p:nvPr/>
        </p:nvSpPr>
        <p:spPr>
          <a:xfrm>
            <a:off x="6524752" y="4485909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*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9F62DCD-3CAA-22BA-A59B-F7CE28ECAB94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6148974" y="4855241"/>
            <a:ext cx="525819" cy="56098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296F0B4-D394-39FB-4043-148BDC572862}"/>
              </a:ext>
            </a:extLst>
          </p:cNvPr>
          <p:cNvSpPr txBox="1"/>
          <p:nvPr/>
        </p:nvSpPr>
        <p:spPr>
          <a:xfrm>
            <a:off x="6007749" y="5416228"/>
            <a:ext cx="2824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6D1001-E0CD-ABC8-1504-39D09C093BFB}"/>
              </a:ext>
            </a:extLst>
          </p:cNvPr>
          <p:cNvSpPr txBox="1"/>
          <p:nvPr/>
        </p:nvSpPr>
        <p:spPr>
          <a:xfrm>
            <a:off x="7105777" y="5399882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A8A2012-B46A-BB84-D643-A18CB121C5C3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6674793" y="4855241"/>
            <a:ext cx="581827" cy="54464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B8174F4-E13E-CE50-FA75-93FEEA2715B5}"/>
              </a:ext>
            </a:extLst>
          </p:cNvPr>
          <p:cNvSpPr txBox="1"/>
          <p:nvPr/>
        </p:nvSpPr>
        <p:spPr>
          <a:xfrm>
            <a:off x="7270246" y="3520853"/>
            <a:ext cx="2744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/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B6982C-851E-3C2D-8A45-C309D8A1FE8F}"/>
              </a:ext>
            </a:extLst>
          </p:cNvPr>
          <p:cNvSpPr txBox="1"/>
          <p:nvPr/>
        </p:nvSpPr>
        <p:spPr>
          <a:xfrm>
            <a:off x="7918080" y="4485909"/>
            <a:ext cx="301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A6D2FC-C2D7-1CFB-4BE2-0A613C9F0998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7407463" y="3890185"/>
            <a:ext cx="66146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2F10354-B79F-9328-A4F1-4608C386BD77}"/>
              </a:ext>
            </a:extLst>
          </p:cNvPr>
          <p:cNvCxnSpPr>
            <a:cxnSpLocks/>
            <a:stCxn id="64" idx="2"/>
            <a:endCxn id="59" idx="0"/>
          </p:cNvCxnSpPr>
          <p:nvPr/>
        </p:nvCxnSpPr>
        <p:spPr>
          <a:xfrm flipH="1">
            <a:off x="6674793" y="3890185"/>
            <a:ext cx="732670" cy="59572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0E1B2A-9ABB-48AC-870F-A697BC5CC0A7}"/>
              </a:ext>
            </a:extLst>
          </p:cNvPr>
          <p:cNvSpPr txBox="1"/>
          <p:nvPr/>
        </p:nvSpPr>
        <p:spPr>
          <a:xfrm>
            <a:off x="6594999" y="2597086"/>
            <a:ext cx="3000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4FE9F4-C92A-3778-A3C3-BF108C3194CC}"/>
              </a:ext>
            </a:extLst>
          </p:cNvPr>
          <p:cNvSpPr txBox="1"/>
          <p:nvPr/>
        </p:nvSpPr>
        <p:spPr>
          <a:xfrm>
            <a:off x="6105696" y="3520853"/>
            <a:ext cx="30649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dirty="0"/>
              <a:t>b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C3159B-F427-208F-4B08-63B223C062CA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 flipH="1">
            <a:off x="6258943" y="2966418"/>
            <a:ext cx="486097" cy="55443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D0BAB8F-702E-8320-EB2C-F6C69E36F271}"/>
              </a:ext>
            </a:extLst>
          </p:cNvPr>
          <p:cNvCxnSpPr>
            <a:cxnSpLocks/>
            <a:stCxn id="68" idx="2"/>
            <a:endCxn id="64" idx="0"/>
          </p:cNvCxnSpPr>
          <p:nvPr/>
        </p:nvCxnSpPr>
        <p:spPr>
          <a:xfrm>
            <a:off x="6745040" y="2966418"/>
            <a:ext cx="662423" cy="55443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79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38E338-82EC-6B07-3889-E3C3D680AC67}"/>
              </a:ext>
            </a:extLst>
          </p:cNvPr>
          <p:cNvSpPr txBox="1"/>
          <p:nvPr/>
        </p:nvSpPr>
        <p:spPr>
          <a:xfrm>
            <a:off x="872745" y="489204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3072F8-9E0D-F92F-22F1-13B7E51CB01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85746" y="796981"/>
            <a:ext cx="524216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951EFA-0A8C-CF0C-83C8-2169E8356AAD}"/>
              </a:ext>
            </a:extLst>
          </p:cNvPr>
          <p:cNvSpPr txBox="1"/>
          <p:nvPr/>
        </p:nvSpPr>
        <p:spPr>
          <a:xfrm>
            <a:off x="355742" y="1419523"/>
            <a:ext cx="2600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39300-78E5-991D-D8DD-F05FB8CD20F5}"/>
              </a:ext>
            </a:extLst>
          </p:cNvPr>
          <p:cNvSpPr txBox="1"/>
          <p:nvPr/>
        </p:nvSpPr>
        <p:spPr>
          <a:xfrm>
            <a:off x="1453770" y="1403177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99C7A0-9058-39BD-D41D-56A6E086EBD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009962" y="796981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B7A983-711A-2EE3-32A6-C4D8E3A46092}"/>
              </a:ext>
            </a:extLst>
          </p:cNvPr>
          <p:cNvSpPr txBox="1"/>
          <p:nvPr/>
        </p:nvSpPr>
        <p:spPr>
          <a:xfrm>
            <a:off x="5537947" y="369188"/>
            <a:ext cx="52689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In-order traversal:  </a:t>
            </a:r>
            <a:r>
              <a:rPr lang="en-MY" dirty="0"/>
              <a:t>visit root and then left, print, right </a:t>
            </a:r>
          </a:p>
          <a:p>
            <a:r>
              <a:rPr lang="en-MY" dirty="0"/>
              <a:t>(applied to each node recursively)</a:t>
            </a:r>
          </a:p>
          <a:p>
            <a:endParaRPr lang="en-MY" dirty="0"/>
          </a:p>
          <a:p>
            <a:r>
              <a:rPr lang="en-MY" b="1" dirty="0"/>
              <a:t>Output:</a:t>
            </a:r>
            <a:r>
              <a:rPr lang="en-MY" dirty="0"/>
              <a:t> c * 3</a:t>
            </a:r>
          </a:p>
          <a:p>
            <a:endParaRPr lang="en-MY" dirty="0"/>
          </a:p>
          <a:p>
            <a:endParaRPr lang="en-MY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42B9C-A6DB-423F-786A-74D2017A1186}"/>
              </a:ext>
            </a:extLst>
          </p:cNvPr>
          <p:cNvSpPr txBox="1"/>
          <p:nvPr/>
        </p:nvSpPr>
        <p:spPr>
          <a:xfrm>
            <a:off x="7917841" y="2760008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left, print, right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9E65A3-3A59-520B-B123-3BDA7FEE7E06}"/>
              </a:ext>
            </a:extLst>
          </p:cNvPr>
          <p:cNvSpPr txBox="1"/>
          <p:nvPr/>
        </p:nvSpPr>
        <p:spPr>
          <a:xfrm>
            <a:off x="355742" y="150650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print, right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402F6A-4176-4F2C-D927-C7D7BB2B0870}"/>
              </a:ext>
            </a:extLst>
          </p:cNvPr>
          <p:cNvSpPr txBox="1"/>
          <p:nvPr/>
        </p:nvSpPr>
        <p:spPr>
          <a:xfrm>
            <a:off x="872745" y="2515027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E8C9CE-B3F0-02D7-0F75-58872A58268A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485746" y="2822804"/>
            <a:ext cx="524216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1402F9-FB1A-9CE4-E78E-9BAA5EF15549}"/>
              </a:ext>
            </a:extLst>
          </p:cNvPr>
          <p:cNvSpPr txBox="1"/>
          <p:nvPr/>
        </p:nvSpPr>
        <p:spPr>
          <a:xfrm>
            <a:off x="355742" y="3445346"/>
            <a:ext cx="2600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6676D1-4BA6-E14E-3678-F10407D43462}"/>
              </a:ext>
            </a:extLst>
          </p:cNvPr>
          <p:cNvSpPr txBox="1"/>
          <p:nvPr/>
        </p:nvSpPr>
        <p:spPr>
          <a:xfrm>
            <a:off x="1453770" y="342900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2ADD5F-FA49-A443-5A76-CA8A0BD849C9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1009962" y="2822804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305757-33D5-BD37-05A5-1AB4051919FD}"/>
              </a:ext>
            </a:extLst>
          </p:cNvPr>
          <p:cNvSpPr txBox="1"/>
          <p:nvPr/>
        </p:nvSpPr>
        <p:spPr>
          <a:xfrm>
            <a:off x="355742" y="2176473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print, right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38C1B9-030F-6B44-0B3B-43B7C53C64CA}"/>
              </a:ext>
            </a:extLst>
          </p:cNvPr>
          <p:cNvSpPr txBox="1"/>
          <p:nvPr/>
        </p:nvSpPr>
        <p:spPr>
          <a:xfrm>
            <a:off x="0" y="3843662"/>
            <a:ext cx="1228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E7B8C9-2D18-5996-7FA1-57B6FFD02A7E}"/>
              </a:ext>
            </a:extLst>
          </p:cNvPr>
          <p:cNvSpPr txBox="1"/>
          <p:nvPr/>
        </p:nvSpPr>
        <p:spPr>
          <a:xfrm>
            <a:off x="1467497" y="2839611"/>
            <a:ext cx="11236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Output: 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31CF52-95B7-6E3B-1806-707508CF5708}"/>
              </a:ext>
            </a:extLst>
          </p:cNvPr>
          <p:cNvSpPr txBox="1"/>
          <p:nvPr/>
        </p:nvSpPr>
        <p:spPr>
          <a:xfrm>
            <a:off x="2351921" y="4628569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245839-B5B0-582A-539A-FB46895AC9D9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flipH="1">
            <a:off x="1964922" y="4936346"/>
            <a:ext cx="524216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BEDA380-4053-23C0-D864-08A73B60B045}"/>
              </a:ext>
            </a:extLst>
          </p:cNvPr>
          <p:cNvSpPr txBox="1"/>
          <p:nvPr/>
        </p:nvSpPr>
        <p:spPr>
          <a:xfrm>
            <a:off x="1834918" y="5558888"/>
            <a:ext cx="2600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7A130C-1CAA-A843-2B64-17B2AA28F726}"/>
              </a:ext>
            </a:extLst>
          </p:cNvPr>
          <p:cNvSpPr txBox="1"/>
          <p:nvPr/>
        </p:nvSpPr>
        <p:spPr>
          <a:xfrm>
            <a:off x="2932946" y="5542542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256915-C2BC-8D45-4BCF-4A82F9531100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489138" y="4936346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C242212-B19A-634B-E485-6CAA81C5F035}"/>
              </a:ext>
            </a:extLst>
          </p:cNvPr>
          <p:cNvSpPr txBox="1"/>
          <p:nvPr/>
        </p:nvSpPr>
        <p:spPr>
          <a:xfrm>
            <a:off x="1834918" y="4290015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right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A0B27-DC04-052C-F7E5-408F7A1A28F8}"/>
              </a:ext>
            </a:extLst>
          </p:cNvPr>
          <p:cNvSpPr txBox="1"/>
          <p:nvPr/>
        </p:nvSpPr>
        <p:spPr>
          <a:xfrm>
            <a:off x="1479176" y="5957204"/>
            <a:ext cx="1228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9A3E3B-44A1-5DF6-29B3-28B1A7361C47}"/>
              </a:ext>
            </a:extLst>
          </p:cNvPr>
          <p:cNvSpPr txBox="1"/>
          <p:nvPr/>
        </p:nvSpPr>
        <p:spPr>
          <a:xfrm>
            <a:off x="2747411" y="4881850"/>
            <a:ext cx="1190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Output: c *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8299CD-0D04-847A-82A0-57AEF443869D}"/>
              </a:ext>
            </a:extLst>
          </p:cNvPr>
          <p:cNvCxnSpPr>
            <a:cxnSpLocks/>
          </p:cNvCxnSpPr>
          <p:nvPr/>
        </p:nvCxnSpPr>
        <p:spPr>
          <a:xfrm>
            <a:off x="1228165" y="4158666"/>
            <a:ext cx="480172" cy="601252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8D9087-BC17-4CE6-D5D2-6365072C9C11}"/>
              </a:ext>
            </a:extLst>
          </p:cNvPr>
          <p:cNvCxnSpPr>
            <a:cxnSpLocks/>
          </p:cNvCxnSpPr>
          <p:nvPr/>
        </p:nvCxnSpPr>
        <p:spPr>
          <a:xfrm>
            <a:off x="991780" y="1706570"/>
            <a:ext cx="0" cy="40270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D8EBAC3-07C9-24CB-D046-8E644795C009}"/>
              </a:ext>
            </a:extLst>
          </p:cNvPr>
          <p:cNvSpPr txBox="1"/>
          <p:nvPr/>
        </p:nvSpPr>
        <p:spPr>
          <a:xfrm>
            <a:off x="5447546" y="4585683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17AD65-02F4-7E43-8B27-728A71929A46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 flipH="1">
            <a:off x="5060547" y="4893460"/>
            <a:ext cx="524216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5488F63-33DD-430B-0C88-82AA07DC8953}"/>
              </a:ext>
            </a:extLst>
          </p:cNvPr>
          <p:cNvSpPr txBox="1"/>
          <p:nvPr/>
        </p:nvSpPr>
        <p:spPr>
          <a:xfrm>
            <a:off x="4930543" y="5516002"/>
            <a:ext cx="2600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087728-FAE3-200D-360F-A6339DE21F0F}"/>
              </a:ext>
            </a:extLst>
          </p:cNvPr>
          <p:cNvSpPr txBox="1"/>
          <p:nvPr/>
        </p:nvSpPr>
        <p:spPr>
          <a:xfrm>
            <a:off x="6028571" y="549965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CCFD42C-D28F-96E9-D388-8D9110982B52}"/>
              </a:ext>
            </a:extLst>
          </p:cNvPr>
          <p:cNvCxnSpPr>
            <a:cxnSpLocks/>
            <a:stCxn id="47" idx="2"/>
            <a:endCxn id="50" idx="0"/>
          </p:cNvCxnSpPr>
          <p:nvPr/>
        </p:nvCxnSpPr>
        <p:spPr>
          <a:xfrm>
            <a:off x="5584763" y="4893460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33D8ECE-8B73-78CB-EF09-7EAA0E1DB681}"/>
              </a:ext>
            </a:extLst>
          </p:cNvPr>
          <p:cNvSpPr txBox="1"/>
          <p:nvPr/>
        </p:nvSpPr>
        <p:spPr>
          <a:xfrm>
            <a:off x="4930543" y="4247129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41B80C-F667-9100-301A-4D6502E94086}"/>
              </a:ext>
            </a:extLst>
          </p:cNvPr>
          <p:cNvSpPr txBox="1"/>
          <p:nvPr/>
        </p:nvSpPr>
        <p:spPr>
          <a:xfrm>
            <a:off x="4574801" y="5914318"/>
            <a:ext cx="1228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0697EC-9AF5-EBF5-5160-63843561A58F}"/>
              </a:ext>
            </a:extLst>
          </p:cNvPr>
          <p:cNvSpPr txBox="1"/>
          <p:nvPr/>
        </p:nvSpPr>
        <p:spPr>
          <a:xfrm>
            <a:off x="5998121" y="4999998"/>
            <a:ext cx="1140525" cy="338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Output: c *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AD470E4-D700-1161-0BC6-DF7E386706C5}"/>
              </a:ext>
            </a:extLst>
          </p:cNvPr>
          <p:cNvCxnSpPr>
            <a:cxnSpLocks/>
          </p:cNvCxnSpPr>
          <p:nvPr/>
        </p:nvCxnSpPr>
        <p:spPr>
          <a:xfrm>
            <a:off x="4237965" y="4936346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60C9469-4981-E3D9-B51B-B54C2E7D2C4A}"/>
              </a:ext>
            </a:extLst>
          </p:cNvPr>
          <p:cNvSpPr txBox="1"/>
          <p:nvPr/>
        </p:nvSpPr>
        <p:spPr>
          <a:xfrm>
            <a:off x="8930054" y="4643313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078D16F-12B8-0735-B700-73AE852AB3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flipH="1">
            <a:off x="8543055" y="4951090"/>
            <a:ext cx="524216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B0D18A8-32DF-C812-C0C2-EE35946A0CCB}"/>
              </a:ext>
            </a:extLst>
          </p:cNvPr>
          <p:cNvSpPr txBox="1"/>
          <p:nvPr/>
        </p:nvSpPr>
        <p:spPr>
          <a:xfrm>
            <a:off x="8413051" y="5573632"/>
            <a:ext cx="2600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337B5D-A012-A5DB-C1FC-3496B35981A7}"/>
              </a:ext>
            </a:extLst>
          </p:cNvPr>
          <p:cNvSpPr txBox="1"/>
          <p:nvPr/>
        </p:nvSpPr>
        <p:spPr>
          <a:xfrm>
            <a:off x="9511079" y="555728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88D9BC3-A6F0-0B05-9D7A-89DB61DE13F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9067271" y="4951090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65355A7-0DA1-A531-9A00-9B8A467A4D3D}"/>
              </a:ext>
            </a:extLst>
          </p:cNvPr>
          <p:cNvSpPr txBox="1"/>
          <p:nvPr/>
        </p:nvSpPr>
        <p:spPr>
          <a:xfrm>
            <a:off x="8413051" y="4304759"/>
            <a:ext cx="1657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280B1F-C080-71C7-C443-A5B5749DD80B}"/>
              </a:ext>
            </a:extLst>
          </p:cNvPr>
          <p:cNvSpPr txBox="1"/>
          <p:nvPr/>
        </p:nvSpPr>
        <p:spPr>
          <a:xfrm>
            <a:off x="8057309" y="5971948"/>
            <a:ext cx="1228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70F81F-EBFE-2BE7-E1CC-329B275246DF}"/>
              </a:ext>
            </a:extLst>
          </p:cNvPr>
          <p:cNvSpPr txBox="1"/>
          <p:nvPr/>
        </p:nvSpPr>
        <p:spPr>
          <a:xfrm>
            <a:off x="9444589" y="4999995"/>
            <a:ext cx="1362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Output: c * 3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AB1A24B-6ECF-A580-90E4-A8AA99E016E1}"/>
              </a:ext>
            </a:extLst>
          </p:cNvPr>
          <p:cNvCxnSpPr>
            <a:cxnSpLocks/>
          </p:cNvCxnSpPr>
          <p:nvPr/>
        </p:nvCxnSpPr>
        <p:spPr>
          <a:xfrm>
            <a:off x="7383637" y="4953966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3681F54-017D-0B60-7AAE-F0E4C105A6BA}"/>
              </a:ext>
            </a:extLst>
          </p:cNvPr>
          <p:cNvSpPr txBox="1"/>
          <p:nvPr/>
        </p:nvSpPr>
        <p:spPr>
          <a:xfrm>
            <a:off x="9363313" y="5903568"/>
            <a:ext cx="1349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>
                <a:solidFill>
                  <a:srgbClr val="FF0000"/>
                </a:solidFill>
              </a:rPr>
              <a:t>left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print</a:t>
            </a:r>
            <a:r>
              <a:rPr lang="en-MY" sz="1600" dirty="0"/>
              <a:t>, </a:t>
            </a:r>
            <a:r>
              <a:rPr lang="en-MY" sz="1600" dirty="0">
                <a:solidFill>
                  <a:srgbClr val="FF0000"/>
                </a:solidFill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260068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9760-C518-0E56-615C-22AB4420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1B87D-8358-C7CA-C663-38FFD149A5A2}"/>
              </a:ext>
            </a:extLst>
          </p:cNvPr>
          <p:cNvSpPr txBox="1"/>
          <p:nvPr/>
        </p:nvSpPr>
        <p:spPr>
          <a:xfrm>
            <a:off x="194575" y="122161"/>
            <a:ext cx="33827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Exercise</a:t>
            </a:r>
          </a:p>
          <a:p>
            <a:endParaRPr lang="en-MY" sz="2800" dirty="0"/>
          </a:p>
          <a:p>
            <a:r>
              <a:rPr lang="en-MY" sz="2800" dirty="0"/>
              <a:t>-6 / 2 + 3 * 4 =&gt; tree 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1B641F-FF6D-238D-B270-F5793007411B}"/>
              </a:ext>
            </a:extLst>
          </p:cNvPr>
          <p:cNvSpPr txBox="1"/>
          <p:nvPr/>
        </p:nvSpPr>
        <p:spPr>
          <a:xfrm>
            <a:off x="8442103" y="3709292"/>
            <a:ext cx="3401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Output: -6  2 / 3 4 * +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5A6F12-07BE-D653-B09C-F7BF03B04011}"/>
              </a:ext>
            </a:extLst>
          </p:cNvPr>
          <p:cNvSpPr txBox="1"/>
          <p:nvPr/>
        </p:nvSpPr>
        <p:spPr>
          <a:xfrm>
            <a:off x="8442103" y="3241794"/>
            <a:ext cx="2766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/>
              <a:t>Preorder: print , left, right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4AC38-1CCA-22E2-FB48-7216D12C2AEC}"/>
              </a:ext>
            </a:extLst>
          </p:cNvPr>
          <p:cNvSpPr txBox="1"/>
          <p:nvPr/>
        </p:nvSpPr>
        <p:spPr>
          <a:xfrm>
            <a:off x="1356839" y="3924735"/>
            <a:ext cx="25359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/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39D31E-7CD1-E289-FF57-EB84724A41C1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1005106" y="4232512"/>
            <a:ext cx="478531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7AAD26-9549-4CBC-513E-F0F7008FB015}"/>
              </a:ext>
            </a:extLst>
          </p:cNvPr>
          <p:cNvSpPr txBox="1"/>
          <p:nvPr/>
        </p:nvSpPr>
        <p:spPr>
          <a:xfrm>
            <a:off x="839836" y="4855054"/>
            <a:ext cx="33054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-6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A2AEB6-BF19-063D-C350-F01383514CF4}"/>
              </a:ext>
            </a:extLst>
          </p:cNvPr>
          <p:cNvSpPr txBox="1"/>
          <p:nvPr/>
        </p:nvSpPr>
        <p:spPr>
          <a:xfrm>
            <a:off x="1937864" y="4838708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B5138E-6B44-891A-7514-85E64C22CB4C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1483637" y="4232512"/>
            <a:ext cx="592246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9CED4A-0C02-5B53-9B57-755A322A79FF}"/>
              </a:ext>
            </a:extLst>
          </p:cNvPr>
          <p:cNvSpPr txBox="1"/>
          <p:nvPr/>
        </p:nvSpPr>
        <p:spPr>
          <a:xfrm>
            <a:off x="2213902" y="2977356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+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7A6564-7A2D-72A5-9B00-2937EEE6AE9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830910" y="3285133"/>
            <a:ext cx="520209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453BE1-37A7-83D5-1D08-2BCBC9420AD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351119" y="3285133"/>
            <a:ext cx="577819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43926C7-386A-A2B3-F707-8DA6BC629615}"/>
              </a:ext>
            </a:extLst>
          </p:cNvPr>
          <p:cNvSpPr txBox="1"/>
          <p:nvPr/>
        </p:nvSpPr>
        <p:spPr>
          <a:xfrm>
            <a:off x="3142593" y="3921241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B5B022-FC2C-FC2A-16CC-8C409D8CA4AA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2763609" y="4229018"/>
            <a:ext cx="516201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2DDC59-602E-93A7-D4B2-9F23E0E76A3E}"/>
              </a:ext>
            </a:extLst>
          </p:cNvPr>
          <p:cNvSpPr txBox="1"/>
          <p:nvPr/>
        </p:nvSpPr>
        <p:spPr>
          <a:xfrm>
            <a:off x="2625590" y="485156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186CD-E204-152B-F3A9-4A9B3208D4E7}"/>
              </a:ext>
            </a:extLst>
          </p:cNvPr>
          <p:cNvSpPr txBox="1"/>
          <p:nvPr/>
        </p:nvSpPr>
        <p:spPr>
          <a:xfrm>
            <a:off x="3723618" y="483521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55E323-8186-20F6-F6AF-73AF60687DFB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3279810" y="4229018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15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54AF-E5FF-8DAD-860A-F0A720AB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3AF9C-2EA3-7968-F518-34BF3E8930DA}"/>
              </a:ext>
            </a:extLst>
          </p:cNvPr>
          <p:cNvSpPr txBox="1"/>
          <p:nvPr/>
        </p:nvSpPr>
        <p:spPr>
          <a:xfrm>
            <a:off x="194575" y="122161"/>
            <a:ext cx="33827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Exercise</a:t>
            </a:r>
          </a:p>
          <a:p>
            <a:endParaRPr lang="en-MY" sz="2800" dirty="0"/>
          </a:p>
          <a:p>
            <a:r>
              <a:rPr lang="en-MY" sz="2800" dirty="0"/>
              <a:t>-6 / 2 + 3 * 4 =&gt; tree 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29C853-C32D-002E-AD55-D6329C7D949C}"/>
              </a:ext>
            </a:extLst>
          </p:cNvPr>
          <p:cNvSpPr txBox="1"/>
          <p:nvPr/>
        </p:nvSpPr>
        <p:spPr>
          <a:xfrm>
            <a:off x="8164023" y="1611551"/>
            <a:ext cx="3238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Output: -6 2 / 3 4 * +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1284F0-A20A-26DE-480A-BC0CB515F942}"/>
              </a:ext>
            </a:extLst>
          </p:cNvPr>
          <p:cNvSpPr txBox="1"/>
          <p:nvPr/>
        </p:nvSpPr>
        <p:spPr>
          <a:xfrm>
            <a:off x="7626541" y="946828"/>
            <a:ext cx="2514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600" dirty="0" err="1"/>
              <a:t>Postorder</a:t>
            </a:r>
            <a:r>
              <a:rPr lang="en-MY" sz="1600" dirty="0"/>
              <a:t>: left, right, print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AABE0-38D9-FB4F-6271-E2B4E4D57E16}"/>
              </a:ext>
            </a:extLst>
          </p:cNvPr>
          <p:cNvSpPr txBox="1"/>
          <p:nvPr/>
        </p:nvSpPr>
        <p:spPr>
          <a:xfrm>
            <a:off x="1356839" y="3924735"/>
            <a:ext cx="253596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/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05E2E4-BF10-84E2-5478-F627B5E25E1D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1005106" y="4232512"/>
            <a:ext cx="478531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0F02D6-3228-B4F2-BDD4-7A5AAE42B158}"/>
              </a:ext>
            </a:extLst>
          </p:cNvPr>
          <p:cNvSpPr txBox="1"/>
          <p:nvPr/>
        </p:nvSpPr>
        <p:spPr>
          <a:xfrm>
            <a:off x="839836" y="4855054"/>
            <a:ext cx="33054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-6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E728F-CA2A-21DD-39FB-C90AE480BD09}"/>
              </a:ext>
            </a:extLst>
          </p:cNvPr>
          <p:cNvSpPr txBox="1"/>
          <p:nvPr/>
        </p:nvSpPr>
        <p:spPr>
          <a:xfrm>
            <a:off x="1937864" y="4838708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839A67-AE3D-F97E-7E46-CC22D83DEB1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1483637" y="4232512"/>
            <a:ext cx="592246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40F412-939E-BCBB-F3C5-5C7063C3A422}"/>
              </a:ext>
            </a:extLst>
          </p:cNvPr>
          <p:cNvSpPr txBox="1"/>
          <p:nvPr/>
        </p:nvSpPr>
        <p:spPr>
          <a:xfrm>
            <a:off x="2213902" y="2977356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+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F31CA4-787E-282B-C493-4D2F37AC9C2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830910" y="3285133"/>
            <a:ext cx="520209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366F09-E5E8-D15D-646D-053BE59ADBD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351119" y="3285133"/>
            <a:ext cx="577819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9AEF14-C30A-D107-99DF-8D03BD2969A7}"/>
              </a:ext>
            </a:extLst>
          </p:cNvPr>
          <p:cNvSpPr txBox="1"/>
          <p:nvPr/>
        </p:nvSpPr>
        <p:spPr>
          <a:xfrm>
            <a:off x="3142593" y="3921241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*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B052DE-75CD-F2CF-2B19-083C54F21FB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2763609" y="4229018"/>
            <a:ext cx="516201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8FA6E1E-82EE-4B7B-80A6-AB9F7836A38D}"/>
              </a:ext>
            </a:extLst>
          </p:cNvPr>
          <p:cNvSpPr txBox="1"/>
          <p:nvPr/>
        </p:nvSpPr>
        <p:spPr>
          <a:xfrm>
            <a:off x="2625590" y="485156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B592B-8338-892A-0015-11243657033E}"/>
              </a:ext>
            </a:extLst>
          </p:cNvPr>
          <p:cNvSpPr txBox="1"/>
          <p:nvPr/>
        </p:nvSpPr>
        <p:spPr>
          <a:xfrm>
            <a:off x="3723618" y="483521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F7F05C-453B-BC99-204E-ECC0B6E6E4F7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3279810" y="4229018"/>
            <a:ext cx="581827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AFDB17-3FB9-5F48-527E-009FD15E393D}"/>
              </a:ext>
            </a:extLst>
          </p:cNvPr>
          <p:cNvSpPr txBox="1"/>
          <p:nvPr/>
        </p:nvSpPr>
        <p:spPr>
          <a:xfrm>
            <a:off x="3189043" y="3583552"/>
            <a:ext cx="1461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left</a:t>
            </a:r>
            <a:r>
              <a:rPr lang="en-MY" sz="1400" dirty="0"/>
              <a:t>, right, print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E5F4F-F9C3-C297-87EB-67028A524815}"/>
              </a:ext>
            </a:extLst>
          </p:cNvPr>
          <p:cNvSpPr txBox="1"/>
          <p:nvPr/>
        </p:nvSpPr>
        <p:spPr>
          <a:xfrm>
            <a:off x="629934" y="3517238"/>
            <a:ext cx="1461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400" dirty="0">
                <a:solidFill>
                  <a:srgbClr val="FF0000"/>
                </a:solidFill>
              </a:rPr>
              <a:t>left</a:t>
            </a:r>
            <a:r>
              <a:rPr lang="en-MY" sz="1400" dirty="0"/>
              <a:t>, </a:t>
            </a:r>
            <a:r>
              <a:rPr lang="en-MY" sz="1400" dirty="0">
                <a:solidFill>
                  <a:srgbClr val="FF0000"/>
                </a:solidFill>
              </a:rPr>
              <a:t>right</a:t>
            </a:r>
            <a:r>
              <a:rPr lang="en-MY" sz="1400" dirty="0"/>
              <a:t>, print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35FE92-5C1E-C27E-F4A4-B2CBD7C8248C}"/>
              </a:ext>
            </a:extLst>
          </p:cNvPr>
          <p:cNvSpPr txBox="1"/>
          <p:nvPr/>
        </p:nvSpPr>
        <p:spPr>
          <a:xfrm>
            <a:off x="119085" y="4447557"/>
            <a:ext cx="1378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left</a:t>
            </a:r>
            <a:r>
              <a:rPr kumimoji="0" lang="en-MY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MY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</a:t>
            </a:r>
            <a:r>
              <a:rPr kumimoji="0" lang="en-MY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MY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5CAC1FC-5A65-A826-9D01-8813E379D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24" y="4377519"/>
            <a:ext cx="1316850" cy="37798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4BB7ED7-150C-5BC6-FE6C-BEA3E73E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477" y="2573318"/>
            <a:ext cx="1316850" cy="3779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E75B402-9F70-EDE4-8F26-FD85E6BEF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55" y="5189249"/>
            <a:ext cx="1316850" cy="37798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A65250-5B0A-A4E1-E948-D36AAD5E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116" y="5189248"/>
            <a:ext cx="1316850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C0FC67-4B19-8EF1-85CE-30D2C458BDCA}"/>
              </a:ext>
            </a:extLst>
          </p:cNvPr>
          <p:cNvSpPr txBox="1"/>
          <p:nvPr/>
        </p:nvSpPr>
        <p:spPr>
          <a:xfrm>
            <a:off x="872745" y="489204"/>
            <a:ext cx="26802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4B2481-145C-7AC1-6E29-F7D41BAF4E1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89753" y="796981"/>
            <a:ext cx="517003" cy="62254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79E5EFA-A89F-E8B7-F2A2-E26F5FAF3BE5}"/>
              </a:ext>
            </a:extLst>
          </p:cNvPr>
          <p:cNvSpPr txBox="1"/>
          <p:nvPr/>
        </p:nvSpPr>
        <p:spPr>
          <a:xfrm>
            <a:off x="355742" y="1419523"/>
            <a:ext cx="26802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AFD1-0A41-A2D2-68BD-6D18E58C0C10}"/>
              </a:ext>
            </a:extLst>
          </p:cNvPr>
          <p:cNvSpPr txBox="1"/>
          <p:nvPr/>
        </p:nvSpPr>
        <p:spPr>
          <a:xfrm>
            <a:off x="1453770" y="1403177"/>
            <a:ext cx="26802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34A8EB-31E6-0CD9-6E0A-DAD28183A35B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006756" y="796981"/>
            <a:ext cx="581025" cy="606196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AD38C8-E264-3A73-45BA-6A8A71E011E4}"/>
              </a:ext>
            </a:extLst>
          </p:cNvPr>
          <p:cNvSpPr txBox="1"/>
          <p:nvPr/>
        </p:nvSpPr>
        <p:spPr>
          <a:xfrm>
            <a:off x="1528719" y="2482917"/>
            <a:ext cx="363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input sequence: 5, 2, 6, 7, 1, 9,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F80042-E473-F468-D051-3B32F3B0F2C1}"/>
              </a:ext>
            </a:extLst>
          </p:cNvPr>
          <p:cNvSpPr txBox="1"/>
          <p:nvPr/>
        </p:nvSpPr>
        <p:spPr>
          <a:xfrm>
            <a:off x="682589" y="241797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9A4116-DAB4-01A6-2457-4D5132073AE6}"/>
              </a:ext>
            </a:extLst>
          </p:cNvPr>
          <p:cNvCxnSpPr>
            <a:cxnSpLocks/>
          </p:cNvCxnSpPr>
          <p:nvPr/>
        </p:nvCxnSpPr>
        <p:spPr>
          <a:xfrm>
            <a:off x="820608" y="2856369"/>
            <a:ext cx="0" cy="650968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49DFFB-B4D2-978E-49C6-5D2A218F3B1E}"/>
              </a:ext>
            </a:extLst>
          </p:cNvPr>
          <p:cNvSpPr txBox="1"/>
          <p:nvPr/>
        </p:nvSpPr>
        <p:spPr>
          <a:xfrm>
            <a:off x="632447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B11D1-4C50-2AD0-D677-6C202069CCC7}"/>
              </a:ext>
            </a:extLst>
          </p:cNvPr>
          <p:cNvSpPr txBox="1"/>
          <p:nvPr/>
        </p:nvSpPr>
        <p:spPr>
          <a:xfrm>
            <a:off x="182344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6E4E16-7F7A-A30B-C269-843245682735}"/>
              </a:ext>
            </a:extLst>
          </p:cNvPr>
          <p:cNvSpPr txBox="1"/>
          <p:nvPr/>
        </p:nvSpPr>
        <p:spPr>
          <a:xfrm>
            <a:off x="2541983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5E3ADA-A82C-A75C-B020-C6AD44E408E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320363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800D1D-8538-5806-615D-81A5451802E4}"/>
              </a:ext>
            </a:extLst>
          </p:cNvPr>
          <p:cNvCxnSpPr>
            <a:cxnSpLocks/>
          </p:cNvCxnSpPr>
          <p:nvPr/>
        </p:nvCxnSpPr>
        <p:spPr>
          <a:xfrm>
            <a:off x="1123977" y="3913113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4F82F95-E04A-0B8E-E785-BEEDEE3147A8}"/>
              </a:ext>
            </a:extLst>
          </p:cNvPr>
          <p:cNvSpPr txBox="1"/>
          <p:nvPr/>
        </p:nvSpPr>
        <p:spPr>
          <a:xfrm>
            <a:off x="2082416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C6A45-A055-9CA0-A03A-CDA7F300986C}"/>
              </a:ext>
            </a:extLst>
          </p:cNvPr>
          <p:cNvSpPr txBox="1"/>
          <p:nvPr/>
        </p:nvSpPr>
        <p:spPr>
          <a:xfrm>
            <a:off x="1632313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BB2B0B-7E35-966F-73B7-FDBA81E7F728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1770332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78FA99-F0B1-2F73-BEF5-193633433210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2220435" y="403198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FF3656-593E-A767-18AB-AE03F981C4D7}"/>
              </a:ext>
            </a:extLst>
          </p:cNvPr>
          <p:cNvSpPr txBox="1"/>
          <p:nvPr/>
        </p:nvSpPr>
        <p:spPr>
          <a:xfrm>
            <a:off x="4190994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CE6990-446D-1724-08DE-88D21CDE3EFD}"/>
              </a:ext>
            </a:extLst>
          </p:cNvPr>
          <p:cNvCxnSpPr>
            <a:cxnSpLocks/>
          </p:cNvCxnSpPr>
          <p:nvPr/>
        </p:nvCxnSpPr>
        <p:spPr>
          <a:xfrm>
            <a:off x="2772988" y="3913113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605EF53-B279-FD33-12E7-0E2A653D50DD}"/>
              </a:ext>
            </a:extLst>
          </p:cNvPr>
          <p:cNvSpPr txBox="1"/>
          <p:nvPr/>
        </p:nvSpPr>
        <p:spPr>
          <a:xfrm>
            <a:off x="3731427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600643-25D1-BB46-A24B-E99B1DFEED53}"/>
              </a:ext>
            </a:extLst>
          </p:cNvPr>
          <p:cNvSpPr txBox="1"/>
          <p:nvPr/>
        </p:nvSpPr>
        <p:spPr>
          <a:xfrm>
            <a:off x="3281324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6220A7-CF25-46D9-3A47-326E46B52703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3419343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CB73AD-7C5F-ED4F-DC3F-5268EC8543CD}"/>
              </a:ext>
            </a:extLst>
          </p:cNvPr>
          <p:cNvCxnSpPr>
            <a:cxnSpLocks/>
            <a:stCxn id="29" idx="2"/>
            <a:endCxn id="27" idx="0"/>
          </p:cNvCxnSpPr>
          <p:nvPr/>
        </p:nvCxnSpPr>
        <p:spPr>
          <a:xfrm>
            <a:off x="3869446" y="403198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D3A1E3-F81E-D25E-A045-DA1752C42DED}"/>
              </a:ext>
            </a:extLst>
          </p:cNvPr>
          <p:cNvSpPr txBox="1"/>
          <p:nvPr/>
        </p:nvSpPr>
        <p:spPr>
          <a:xfrm>
            <a:off x="4513039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667DAD-C19E-FB05-87A0-C01429B987E5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4329013" y="4728682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92915F-AA52-EDC5-0B77-AB48A860E33A}"/>
              </a:ext>
            </a:extLst>
          </p:cNvPr>
          <p:cNvSpPr txBox="1"/>
          <p:nvPr/>
        </p:nvSpPr>
        <p:spPr>
          <a:xfrm>
            <a:off x="6267906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1055AE1-9228-571C-2CBA-DD863E464EE1}"/>
              </a:ext>
            </a:extLst>
          </p:cNvPr>
          <p:cNvCxnSpPr>
            <a:cxnSpLocks/>
          </p:cNvCxnSpPr>
          <p:nvPr/>
        </p:nvCxnSpPr>
        <p:spPr>
          <a:xfrm>
            <a:off x="4543327" y="3924629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34BE12B-C222-5FFF-6B3A-72CE43FA2755}"/>
              </a:ext>
            </a:extLst>
          </p:cNvPr>
          <p:cNvSpPr txBox="1"/>
          <p:nvPr/>
        </p:nvSpPr>
        <p:spPr>
          <a:xfrm>
            <a:off x="5808339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7D06AB-1387-1CF3-2F32-597B75E77518}"/>
              </a:ext>
            </a:extLst>
          </p:cNvPr>
          <p:cNvSpPr txBox="1"/>
          <p:nvPr/>
        </p:nvSpPr>
        <p:spPr>
          <a:xfrm>
            <a:off x="5358236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4A2DCC-98A5-67F1-55D7-5A99EF24C5CF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5496255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480CFF5-A3FE-03F4-FC1A-1DF6707FEEC1}"/>
              </a:ext>
            </a:extLst>
          </p:cNvPr>
          <p:cNvCxnSpPr>
            <a:cxnSpLocks/>
            <a:stCxn id="40" idx="2"/>
            <a:endCxn id="38" idx="0"/>
          </p:cNvCxnSpPr>
          <p:nvPr/>
        </p:nvCxnSpPr>
        <p:spPr>
          <a:xfrm>
            <a:off x="5946358" y="403198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742FC89-BB97-2E1B-0007-5D835A362A0C}"/>
              </a:ext>
            </a:extLst>
          </p:cNvPr>
          <p:cNvSpPr txBox="1"/>
          <p:nvPr/>
        </p:nvSpPr>
        <p:spPr>
          <a:xfrm>
            <a:off x="6589951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CFFFF40-A481-8850-A0CC-451960A8F3A0}"/>
              </a:ext>
            </a:extLst>
          </p:cNvPr>
          <p:cNvCxnSpPr>
            <a:cxnSpLocks/>
            <a:stCxn id="38" idx="2"/>
            <a:endCxn id="44" idx="0"/>
          </p:cNvCxnSpPr>
          <p:nvPr/>
        </p:nvCxnSpPr>
        <p:spPr>
          <a:xfrm>
            <a:off x="6405925" y="4728682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5C3E7B4-CAB2-334D-5A47-8BEFCEDC6E29}"/>
              </a:ext>
            </a:extLst>
          </p:cNvPr>
          <p:cNvSpPr txBox="1"/>
          <p:nvPr/>
        </p:nvSpPr>
        <p:spPr>
          <a:xfrm>
            <a:off x="5065084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4E23CD-05EB-9EE6-45C4-F3CE5E5D0439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flipH="1">
            <a:off x="5203103" y="4728682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45F6463-472E-3BA2-8CAC-043D7043E694}"/>
              </a:ext>
            </a:extLst>
          </p:cNvPr>
          <p:cNvSpPr txBox="1"/>
          <p:nvPr/>
        </p:nvSpPr>
        <p:spPr>
          <a:xfrm>
            <a:off x="8390112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2346BEF-F0FA-9501-5AED-083AAB9BFFE7}"/>
              </a:ext>
            </a:extLst>
          </p:cNvPr>
          <p:cNvCxnSpPr>
            <a:cxnSpLocks/>
          </p:cNvCxnSpPr>
          <p:nvPr/>
        </p:nvCxnSpPr>
        <p:spPr>
          <a:xfrm>
            <a:off x="6616797" y="3924630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FB7912E-BE44-613B-29D5-0FAC2AEFD2E3}"/>
              </a:ext>
            </a:extLst>
          </p:cNvPr>
          <p:cNvSpPr txBox="1"/>
          <p:nvPr/>
        </p:nvSpPr>
        <p:spPr>
          <a:xfrm>
            <a:off x="7930545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220C7F-7FFA-C6BB-DD1D-7D0B0233E642}"/>
              </a:ext>
            </a:extLst>
          </p:cNvPr>
          <p:cNvSpPr txBox="1"/>
          <p:nvPr/>
        </p:nvSpPr>
        <p:spPr>
          <a:xfrm>
            <a:off x="7480442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2AE11C-AFC2-173C-4CF4-FE77662629C8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7618461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56B789-11F1-A061-ECBD-BAF20E216C5C}"/>
              </a:ext>
            </a:extLst>
          </p:cNvPr>
          <p:cNvCxnSpPr>
            <a:cxnSpLocks/>
            <a:stCxn id="52" idx="2"/>
            <a:endCxn id="50" idx="0"/>
          </p:cNvCxnSpPr>
          <p:nvPr/>
        </p:nvCxnSpPr>
        <p:spPr>
          <a:xfrm>
            <a:off x="8068564" y="403198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AEB6147-00A5-A4D8-DF42-9FC9AFD2D3A2}"/>
              </a:ext>
            </a:extLst>
          </p:cNvPr>
          <p:cNvSpPr txBox="1"/>
          <p:nvPr/>
        </p:nvSpPr>
        <p:spPr>
          <a:xfrm>
            <a:off x="8712157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DF7861-8186-1AB0-75A0-66F10DF02BE7}"/>
              </a:ext>
            </a:extLst>
          </p:cNvPr>
          <p:cNvCxnSpPr>
            <a:cxnSpLocks/>
            <a:stCxn id="50" idx="2"/>
            <a:endCxn id="56" idx="0"/>
          </p:cNvCxnSpPr>
          <p:nvPr/>
        </p:nvCxnSpPr>
        <p:spPr>
          <a:xfrm>
            <a:off x="8528131" y="4728682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2A8CCF7-8CC2-C32F-43B3-854DB26E8E23}"/>
              </a:ext>
            </a:extLst>
          </p:cNvPr>
          <p:cNvSpPr txBox="1"/>
          <p:nvPr/>
        </p:nvSpPr>
        <p:spPr>
          <a:xfrm>
            <a:off x="7187290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3A95EF8-DFEF-8AC6-1E9A-75814154FA7E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 flipH="1">
            <a:off x="7325309" y="4728682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D4A6D8F-D59A-F6A3-8E1D-58C79DC8B9BF}"/>
              </a:ext>
            </a:extLst>
          </p:cNvPr>
          <p:cNvSpPr txBox="1"/>
          <p:nvPr/>
        </p:nvSpPr>
        <p:spPr>
          <a:xfrm>
            <a:off x="928427" y="2944887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FAD066-6912-36AC-43C3-9D1AC911453F}"/>
              </a:ext>
            </a:extLst>
          </p:cNvPr>
          <p:cNvSpPr txBox="1"/>
          <p:nvPr/>
        </p:nvSpPr>
        <p:spPr>
          <a:xfrm>
            <a:off x="1226577" y="351088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36B307-232C-4B42-E58D-56D0A74E86E2}"/>
              </a:ext>
            </a:extLst>
          </p:cNvPr>
          <p:cNvSpPr txBox="1"/>
          <p:nvPr/>
        </p:nvSpPr>
        <p:spPr>
          <a:xfrm>
            <a:off x="2897782" y="3507337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8DF170-51A7-7C26-4926-CB5C955685AB}"/>
              </a:ext>
            </a:extLst>
          </p:cNvPr>
          <p:cNvSpPr txBox="1"/>
          <p:nvPr/>
        </p:nvSpPr>
        <p:spPr>
          <a:xfrm>
            <a:off x="4675121" y="350733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344DB4-D707-C383-8728-80BD96B4213E}"/>
              </a:ext>
            </a:extLst>
          </p:cNvPr>
          <p:cNvSpPr txBox="1"/>
          <p:nvPr/>
        </p:nvSpPr>
        <p:spPr>
          <a:xfrm>
            <a:off x="6735770" y="350733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996BAB-FC93-E65D-CFD1-246DFF8CFC0F}"/>
              </a:ext>
            </a:extLst>
          </p:cNvPr>
          <p:cNvSpPr txBox="1"/>
          <p:nvPr/>
        </p:nvSpPr>
        <p:spPr>
          <a:xfrm>
            <a:off x="9142974" y="587401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764A2CC-5291-1BCA-A63E-8EC6D1C6B356}"/>
              </a:ext>
            </a:extLst>
          </p:cNvPr>
          <p:cNvCxnSpPr>
            <a:cxnSpLocks/>
            <a:stCxn id="56" idx="2"/>
            <a:endCxn id="67" idx="0"/>
          </p:cNvCxnSpPr>
          <p:nvPr/>
        </p:nvCxnSpPr>
        <p:spPr>
          <a:xfrm>
            <a:off x="8850176" y="5454823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A206411-CC6C-C660-56E2-D9CD147B51DB}"/>
              </a:ext>
            </a:extLst>
          </p:cNvPr>
          <p:cNvSpPr txBox="1"/>
          <p:nvPr/>
        </p:nvSpPr>
        <p:spPr>
          <a:xfrm>
            <a:off x="10917139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E1E084E-D17D-85D2-B708-45E62D96BE63}"/>
              </a:ext>
            </a:extLst>
          </p:cNvPr>
          <p:cNvCxnSpPr>
            <a:cxnSpLocks/>
          </p:cNvCxnSpPr>
          <p:nvPr/>
        </p:nvCxnSpPr>
        <p:spPr>
          <a:xfrm>
            <a:off x="8919043" y="3924630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30C28B8-C93A-4900-F5D3-13B8AB3F01A7}"/>
              </a:ext>
            </a:extLst>
          </p:cNvPr>
          <p:cNvSpPr txBox="1"/>
          <p:nvPr/>
        </p:nvSpPr>
        <p:spPr>
          <a:xfrm>
            <a:off x="10457572" y="372420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BC9292-FC62-0F62-530E-D8A617A69715}"/>
              </a:ext>
            </a:extLst>
          </p:cNvPr>
          <p:cNvSpPr txBox="1"/>
          <p:nvPr/>
        </p:nvSpPr>
        <p:spPr>
          <a:xfrm>
            <a:off x="10007469" y="442090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EE9F218-CA01-1B17-D4FB-943D614F0D3F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 flipH="1">
            <a:off x="10145488" y="403198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C6D363-B5F7-67D4-6152-B954791980C3}"/>
              </a:ext>
            </a:extLst>
          </p:cNvPr>
          <p:cNvCxnSpPr>
            <a:cxnSpLocks/>
            <a:stCxn id="75" idx="2"/>
            <a:endCxn id="73" idx="0"/>
          </p:cNvCxnSpPr>
          <p:nvPr/>
        </p:nvCxnSpPr>
        <p:spPr>
          <a:xfrm>
            <a:off x="10595591" y="403198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6C664A0-3199-422D-A5CF-7E7B83243F65}"/>
              </a:ext>
            </a:extLst>
          </p:cNvPr>
          <p:cNvSpPr txBox="1"/>
          <p:nvPr/>
        </p:nvSpPr>
        <p:spPr>
          <a:xfrm>
            <a:off x="11239184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B44DE1-5960-EFD2-B508-AF391FE9A079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>
            <a:off x="11055158" y="4728682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5B629A0-D77D-C8E7-9ACC-84FF64853681}"/>
              </a:ext>
            </a:extLst>
          </p:cNvPr>
          <p:cNvSpPr txBox="1"/>
          <p:nvPr/>
        </p:nvSpPr>
        <p:spPr>
          <a:xfrm>
            <a:off x="9714317" y="514704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75101AD-35C6-97CA-31FE-AE57DC6B4771}"/>
              </a:ext>
            </a:extLst>
          </p:cNvPr>
          <p:cNvCxnSpPr>
            <a:cxnSpLocks/>
            <a:stCxn id="76" idx="2"/>
            <a:endCxn id="81" idx="0"/>
          </p:cNvCxnSpPr>
          <p:nvPr/>
        </p:nvCxnSpPr>
        <p:spPr>
          <a:xfrm flipH="1">
            <a:off x="9852336" y="4728682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30B9548-36A8-E866-DE12-27B6A1B4B9B1}"/>
              </a:ext>
            </a:extLst>
          </p:cNvPr>
          <p:cNvSpPr txBox="1"/>
          <p:nvPr/>
        </p:nvSpPr>
        <p:spPr>
          <a:xfrm>
            <a:off x="9038016" y="350733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4279E7-D594-71FD-028A-F05F865AB97F}"/>
              </a:ext>
            </a:extLst>
          </p:cNvPr>
          <p:cNvSpPr txBox="1"/>
          <p:nvPr/>
        </p:nvSpPr>
        <p:spPr>
          <a:xfrm>
            <a:off x="11670001" y="5874016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8EA359F-784A-CF72-F9E4-BB8CE34CDE70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>
            <a:off x="11377203" y="5454823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BABFB84-C544-C19D-C49F-D656D44652D5}"/>
              </a:ext>
            </a:extLst>
          </p:cNvPr>
          <p:cNvSpPr txBox="1"/>
          <p:nvPr/>
        </p:nvSpPr>
        <p:spPr>
          <a:xfrm>
            <a:off x="10395958" y="514704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75A10BA-F388-C504-1CD4-DEF2BCFA2F3A}"/>
              </a:ext>
            </a:extLst>
          </p:cNvPr>
          <p:cNvCxnSpPr>
            <a:cxnSpLocks/>
            <a:stCxn id="76" idx="2"/>
            <a:endCxn id="86" idx="0"/>
          </p:cNvCxnSpPr>
          <p:nvPr/>
        </p:nvCxnSpPr>
        <p:spPr>
          <a:xfrm>
            <a:off x="10145488" y="4728682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F2A788-D3B0-48B7-E882-417766B9A46F}"/>
              </a:ext>
            </a:extLst>
          </p:cNvPr>
          <p:cNvSpPr txBox="1"/>
          <p:nvPr/>
        </p:nvSpPr>
        <p:spPr>
          <a:xfrm>
            <a:off x="6773172" y="612315"/>
            <a:ext cx="389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input sequence: 1, 2, 3, 5, 6, 7, 9 ? </a:t>
            </a:r>
          </a:p>
        </p:txBody>
      </p:sp>
    </p:spTree>
    <p:extLst>
      <p:ext uri="{BB962C8B-B14F-4D97-AF65-F5344CB8AC3E}">
        <p14:creationId xmlns:p14="http://schemas.microsoft.com/office/powerpoint/2010/main" val="177244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4A206411-CC6C-C660-56E2-D9CD147B51DB}"/>
              </a:ext>
            </a:extLst>
          </p:cNvPr>
          <p:cNvSpPr txBox="1"/>
          <p:nvPr/>
        </p:nvSpPr>
        <p:spPr>
          <a:xfrm>
            <a:off x="1252936" y="118888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0C28B8-C93A-4900-F5D3-13B8AB3F01A7}"/>
              </a:ext>
            </a:extLst>
          </p:cNvPr>
          <p:cNvSpPr txBox="1"/>
          <p:nvPr/>
        </p:nvSpPr>
        <p:spPr>
          <a:xfrm>
            <a:off x="793369" y="4921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BC9292-FC62-0F62-530E-D8A617A69715}"/>
              </a:ext>
            </a:extLst>
          </p:cNvPr>
          <p:cNvSpPr txBox="1"/>
          <p:nvPr/>
        </p:nvSpPr>
        <p:spPr>
          <a:xfrm>
            <a:off x="343266" y="118888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EE9F218-CA01-1B17-D4FB-943D614F0D3F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 flipH="1">
            <a:off x="481285" y="799961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C6D363-B5F7-67D4-6152-B954791980C3}"/>
              </a:ext>
            </a:extLst>
          </p:cNvPr>
          <p:cNvCxnSpPr>
            <a:cxnSpLocks/>
            <a:stCxn id="75" idx="2"/>
            <a:endCxn id="73" idx="0"/>
          </p:cNvCxnSpPr>
          <p:nvPr/>
        </p:nvCxnSpPr>
        <p:spPr>
          <a:xfrm>
            <a:off x="931388" y="79996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6C664A0-3199-422D-A5CF-7E7B83243F65}"/>
              </a:ext>
            </a:extLst>
          </p:cNvPr>
          <p:cNvSpPr txBox="1"/>
          <p:nvPr/>
        </p:nvSpPr>
        <p:spPr>
          <a:xfrm>
            <a:off x="1574981" y="191502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B44DE1-5960-EFD2-B508-AF391FE9A079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>
            <a:off x="1390955" y="149666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5B629A0-D77D-C8E7-9ACC-84FF64853681}"/>
              </a:ext>
            </a:extLst>
          </p:cNvPr>
          <p:cNvSpPr txBox="1"/>
          <p:nvPr/>
        </p:nvSpPr>
        <p:spPr>
          <a:xfrm>
            <a:off x="50114" y="191502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75101AD-35C6-97CA-31FE-AE57DC6B4771}"/>
              </a:ext>
            </a:extLst>
          </p:cNvPr>
          <p:cNvCxnSpPr>
            <a:cxnSpLocks/>
            <a:stCxn id="76" idx="2"/>
            <a:endCxn id="81" idx="0"/>
          </p:cNvCxnSpPr>
          <p:nvPr/>
        </p:nvCxnSpPr>
        <p:spPr>
          <a:xfrm flipH="1">
            <a:off x="188133" y="1496660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94279E7-D594-71FD-028A-F05F865AB97F}"/>
              </a:ext>
            </a:extLst>
          </p:cNvPr>
          <p:cNvSpPr txBox="1"/>
          <p:nvPr/>
        </p:nvSpPr>
        <p:spPr>
          <a:xfrm>
            <a:off x="2005798" y="264199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8EA359F-784A-CF72-F9E4-BB8CE34CDE70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>
            <a:off x="1713000" y="222280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BABFB84-C544-C19D-C49F-D656D44652D5}"/>
              </a:ext>
            </a:extLst>
          </p:cNvPr>
          <p:cNvSpPr txBox="1"/>
          <p:nvPr/>
        </p:nvSpPr>
        <p:spPr>
          <a:xfrm>
            <a:off x="731755" y="191502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75A10BA-F388-C504-1CD4-DEF2BCFA2F3A}"/>
              </a:ext>
            </a:extLst>
          </p:cNvPr>
          <p:cNvCxnSpPr>
            <a:cxnSpLocks/>
            <a:stCxn id="76" idx="2"/>
            <a:endCxn id="86" idx="0"/>
          </p:cNvCxnSpPr>
          <p:nvPr/>
        </p:nvCxnSpPr>
        <p:spPr>
          <a:xfrm>
            <a:off x="481285" y="1496660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F87168-99AB-70B5-B2E7-D9212BF44018}"/>
              </a:ext>
            </a:extLst>
          </p:cNvPr>
          <p:cNvCxnSpPr>
            <a:cxnSpLocks/>
          </p:cNvCxnSpPr>
          <p:nvPr/>
        </p:nvCxnSpPr>
        <p:spPr>
          <a:xfrm>
            <a:off x="2181795" y="1650548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F354F5-C845-70F2-EB40-9CA243C5E487}"/>
              </a:ext>
            </a:extLst>
          </p:cNvPr>
          <p:cNvSpPr txBox="1"/>
          <p:nvPr/>
        </p:nvSpPr>
        <p:spPr>
          <a:xfrm>
            <a:off x="1866501" y="1166320"/>
            <a:ext cx="156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B93D1E-861A-79A3-5BCD-C86C2AA002C0}"/>
              </a:ext>
            </a:extLst>
          </p:cNvPr>
          <p:cNvSpPr txBox="1"/>
          <p:nvPr/>
        </p:nvSpPr>
        <p:spPr>
          <a:xfrm>
            <a:off x="4619735" y="118888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33E1B-A777-BAC5-6F92-3269F8D6B5E8}"/>
              </a:ext>
            </a:extLst>
          </p:cNvPr>
          <p:cNvSpPr txBox="1"/>
          <p:nvPr/>
        </p:nvSpPr>
        <p:spPr>
          <a:xfrm>
            <a:off x="4160168" y="4921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016886-445A-62F4-4FDD-FD104BB4F32E}"/>
              </a:ext>
            </a:extLst>
          </p:cNvPr>
          <p:cNvSpPr txBox="1"/>
          <p:nvPr/>
        </p:nvSpPr>
        <p:spPr>
          <a:xfrm>
            <a:off x="3710065" y="118888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D720B6-7F39-AA9D-B739-811F16AA6B06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flipH="1">
            <a:off x="3848084" y="799961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9C7C3C-D5C9-A37E-6D5A-B5B09858EF88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4298187" y="79996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0B80C4-F29F-E0F5-2763-B119952681ED}"/>
              </a:ext>
            </a:extLst>
          </p:cNvPr>
          <p:cNvSpPr txBox="1"/>
          <p:nvPr/>
        </p:nvSpPr>
        <p:spPr>
          <a:xfrm>
            <a:off x="4941780" y="191502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012D09-C868-6DA1-7D39-6AB8EA759961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>
            <a:off x="4757754" y="149666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1BF37B-79E9-4A57-3BB2-A2761CFB998E}"/>
              </a:ext>
            </a:extLst>
          </p:cNvPr>
          <p:cNvSpPr txBox="1"/>
          <p:nvPr/>
        </p:nvSpPr>
        <p:spPr>
          <a:xfrm>
            <a:off x="3416913" y="191502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BF511D-4FC5-A922-A289-93675DDD6B0F}"/>
              </a:ext>
            </a:extLst>
          </p:cNvPr>
          <p:cNvCxnSpPr>
            <a:cxnSpLocks/>
            <a:stCxn id="23" idx="2"/>
            <a:endCxn id="36" idx="0"/>
          </p:cNvCxnSpPr>
          <p:nvPr/>
        </p:nvCxnSpPr>
        <p:spPr>
          <a:xfrm flipH="1">
            <a:off x="3554932" y="1496660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74D1046-B087-692A-D428-30BB0C08A795}"/>
              </a:ext>
            </a:extLst>
          </p:cNvPr>
          <p:cNvSpPr txBox="1"/>
          <p:nvPr/>
        </p:nvSpPr>
        <p:spPr>
          <a:xfrm>
            <a:off x="5372597" y="264199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77E49DF-978F-DCEA-8F38-6990D660A0A2}"/>
              </a:ext>
            </a:extLst>
          </p:cNvPr>
          <p:cNvCxnSpPr>
            <a:cxnSpLocks/>
            <a:stCxn id="26" idx="2"/>
            <a:endCxn id="48" idx="0"/>
          </p:cNvCxnSpPr>
          <p:nvPr/>
        </p:nvCxnSpPr>
        <p:spPr>
          <a:xfrm>
            <a:off x="5079799" y="222280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865DA09-A465-40AA-9B4B-7BC59D4CB94B}"/>
              </a:ext>
            </a:extLst>
          </p:cNvPr>
          <p:cNvSpPr txBox="1"/>
          <p:nvPr/>
        </p:nvSpPr>
        <p:spPr>
          <a:xfrm>
            <a:off x="1268834" y="439691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53CC59-0EFD-1076-85A7-8C52499C5363}"/>
              </a:ext>
            </a:extLst>
          </p:cNvPr>
          <p:cNvSpPr txBox="1"/>
          <p:nvPr/>
        </p:nvSpPr>
        <p:spPr>
          <a:xfrm>
            <a:off x="809267" y="370021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F70161-C374-8EA2-80DE-87D3EB2663B0}"/>
              </a:ext>
            </a:extLst>
          </p:cNvPr>
          <p:cNvSpPr txBox="1"/>
          <p:nvPr/>
        </p:nvSpPr>
        <p:spPr>
          <a:xfrm>
            <a:off x="359164" y="439691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9E978CF-281B-E631-AA09-BFD23E2EB7E4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497183" y="4007992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A5007D-C736-25C2-0694-885C96B2F7F1}"/>
              </a:ext>
            </a:extLst>
          </p:cNvPr>
          <p:cNvCxnSpPr>
            <a:cxnSpLocks/>
            <a:stCxn id="70" idx="2"/>
            <a:endCxn id="69" idx="0"/>
          </p:cNvCxnSpPr>
          <p:nvPr/>
        </p:nvCxnSpPr>
        <p:spPr>
          <a:xfrm>
            <a:off x="947286" y="4007992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5EDE39C-A3E0-3BEB-66B9-80DF329E1BFF}"/>
              </a:ext>
            </a:extLst>
          </p:cNvPr>
          <p:cNvSpPr txBox="1"/>
          <p:nvPr/>
        </p:nvSpPr>
        <p:spPr>
          <a:xfrm>
            <a:off x="1590879" y="512305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DC3B59-CFF9-E13A-41EE-24B4FCEAEF93}"/>
              </a:ext>
            </a:extLst>
          </p:cNvPr>
          <p:cNvCxnSpPr>
            <a:cxnSpLocks/>
            <a:stCxn id="69" idx="2"/>
            <a:endCxn id="89" idx="0"/>
          </p:cNvCxnSpPr>
          <p:nvPr/>
        </p:nvCxnSpPr>
        <p:spPr>
          <a:xfrm>
            <a:off x="1406853" y="4704691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6AABF95-8995-F3A7-60F7-DBDFB36FA502}"/>
              </a:ext>
            </a:extLst>
          </p:cNvPr>
          <p:cNvSpPr txBox="1"/>
          <p:nvPr/>
        </p:nvSpPr>
        <p:spPr>
          <a:xfrm>
            <a:off x="66012" y="512305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361AA9F-4587-BE72-F9F0-9FC022385880}"/>
              </a:ext>
            </a:extLst>
          </p:cNvPr>
          <p:cNvCxnSpPr>
            <a:cxnSpLocks/>
            <a:stCxn id="71" idx="2"/>
            <a:endCxn id="91" idx="0"/>
          </p:cNvCxnSpPr>
          <p:nvPr/>
        </p:nvCxnSpPr>
        <p:spPr>
          <a:xfrm flipH="1">
            <a:off x="204031" y="4704691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931C76A-55BF-19DE-D622-9E29CF932A1C}"/>
              </a:ext>
            </a:extLst>
          </p:cNvPr>
          <p:cNvSpPr txBox="1"/>
          <p:nvPr/>
        </p:nvSpPr>
        <p:spPr>
          <a:xfrm>
            <a:off x="2021696" y="585002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5E7C3D-A081-8D9B-D08B-0A9B1C4DC175}"/>
              </a:ext>
            </a:extLst>
          </p:cNvPr>
          <p:cNvCxnSpPr>
            <a:cxnSpLocks/>
            <a:stCxn id="89" idx="2"/>
            <a:endCxn id="93" idx="0"/>
          </p:cNvCxnSpPr>
          <p:nvPr/>
        </p:nvCxnSpPr>
        <p:spPr>
          <a:xfrm>
            <a:off x="1728898" y="5430832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651D7CC-72B4-C2C8-CA25-7FDB312289B4}"/>
              </a:ext>
            </a:extLst>
          </p:cNvPr>
          <p:cNvSpPr txBox="1"/>
          <p:nvPr/>
        </p:nvSpPr>
        <p:spPr>
          <a:xfrm>
            <a:off x="747653" y="512305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5259328-373B-EE4E-15A2-1DFCF554D885}"/>
              </a:ext>
            </a:extLst>
          </p:cNvPr>
          <p:cNvCxnSpPr>
            <a:cxnSpLocks/>
            <a:stCxn id="71" idx="2"/>
            <a:endCxn id="95" idx="0"/>
          </p:cNvCxnSpPr>
          <p:nvPr/>
        </p:nvCxnSpPr>
        <p:spPr>
          <a:xfrm>
            <a:off x="497183" y="4704691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6AF681E-A90F-ABFF-6CFA-707EEF73130D}"/>
              </a:ext>
            </a:extLst>
          </p:cNvPr>
          <p:cNvCxnSpPr>
            <a:cxnSpLocks/>
          </p:cNvCxnSpPr>
          <p:nvPr/>
        </p:nvCxnSpPr>
        <p:spPr>
          <a:xfrm>
            <a:off x="2040485" y="4699661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19D4E3E-850A-3BA9-5664-F398CC08F590}"/>
              </a:ext>
            </a:extLst>
          </p:cNvPr>
          <p:cNvSpPr txBox="1"/>
          <p:nvPr/>
        </p:nvSpPr>
        <p:spPr>
          <a:xfrm>
            <a:off x="1719717" y="4120733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7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EE809E8-863C-29C7-CBFC-826B797007B3}"/>
              </a:ext>
            </a:extLst>
          </p:cNvPr>
          <p:cNvSpPr txBox="1"/>
          <p:nvPr/>
        </p:nvSpPr>
        <p:spPr>
          <a:xfrm>
            <a:off x="4127034" y="449006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BF7E4EA-74EC-7F0A-F6A3-54FA68D42F93}"/>
              </a:ext>
            </a:extLst>
          </p:cNvPr>
          <p:cNvSpPr txBox="1"/>
          <p:nvPr/>
        </p:nvSpPr>
        <p:spPr>
          <a:xfrm>
            <a:off x="3667467" y="379336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5590E2B-6FCD-22A1-8563-7E2D66C669A5}"/>
              </a:ext>
            </a:extLst>
          </p:cNvPr>
          <p:cNvSpPr txBox="1"/>
          <p:nvPr/>
        </p:nvSpPr>
        <p:spPr>
          <a:xfrm>
            <a:off x="3217364" y="449006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A2D8EE9-7314-F519-B506-8F2B81365437}"/>
              </a:ext>
            </a:extLst>
          </p:cNvPr>
          <p:cNvCxnSpPr>
            <a:cxnSpLocks/>
            <a:stCxn id="111" idx="2"/>
            <a:endCxn id="112" idx="0"/>
          </p:cNvCxnSpPr>
          <p:nvPr/>
        </p:nvCxnSpPr>
        <p:spPr>
          <a:xfrm flipH="1">
            <a:off x="3355383" y="4101141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56B7DD1-F8F6-7F40-BB20-29A942CA3996}"/>
              </a:ext>
            </a:extLst>
          </p:cNvPr>
          <p:cNvCxnSpPr>
            <a:cxnSpLocks/>
            <a:stCxn id="111" idx="2"/>
            <a:endCxn id="110" idx="0"/>
          </p:cNvCxnSpPr>
          <p:nvPr/>
        </p:nvCxnSpPr>
        <p:spPr>
          <a:xfrm>
            <a:off x="3805486" y="410114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7E9721E-C7E0-3F88-36F2-7084FDF55530}"/>
              </a:ext>
            </a:extLst>
          </p:cNvPr>
          <p:cNvCxnSpPr>
            <a:cxnSpLocks/>
            <a:stCxn id="110" idx="2"/>
            <a:endCxn id="119" idx="0"/>
          </p:cNvCxnSpPr>
          <p:nvPr/>
        </p:nvCxnSpPr>
        <p:spPr>
          <a:xfrm>
            <a:off x="4265053" y="4797840"/>
            <a:ext cx="322334" cy="47407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0D3EE101-E115-156A-937F-0C85EA01E16C}"/>
              </a:ext>
            </a:extLst>
          </p:cNvPr>
          <p:cNvSpPr txBox="1"/>
          <p:nvPr/>
        </p:nvSpPr>
        <p:spPr>
          <a:xfrm>
            <a:off x="2924212" y="521620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D6FC372-F6FB-D324-4C30-A89D79C07161}"/>
              </a:ext>
            </a:extLst>
          </p:cNvPr>
          <p:cNvCxnSpPr>
            <a:cxnSpLocks/>
            <a:stCxn id="112" idx="2"/>
            <a:endCxn id="117" idx="0"/>
          </p:cNvCxnSpPr>
          <p:nvPr/>
        </p:nvCxnSpPr>
        <p:spPr>
          <a:xfrm flipH="1">
            <a:off x="3062231" y="4797840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E8C3337-14ED-449C-0D1D-BC510CA70F2B}"/>
              </a:ext>
            </a:extLst>
          </p:cNvPr>
          <p:cNvSpPr txBox="1"/>
          <p:nvPr/>
        </p:nvSpPr>
        <p:spPr>
          <a:xfrm>
            <a:off x="4449368" y="5271912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46CE767-5086-5315-29A2-E87443BE7952}"/>
              </a:ext>
            </a:extLst>
          </p:cNvPr>
          <p:cNvSpPr txBox="1"/>
          <p:nvPr/>
        </p:nvSpPr>
        <p:spPr>
          <a:xfrm>
            <a:off x="3605853" y="521620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481A4B8-19FB-659D-79FD-15039332C8E7}"/>
              </a:ext>
            </a:extLst>
          </p:cNvPr>
          <p:cNvCxnSpPr>
            <a:cxnSpLocks/>
            <a:stCxn id="112" idx="2"/>
            <a:endCxn id="121" idx="0"/>
          </p:cNvCxnSpPr>
          <p:nvPr/>
        </p:nvCxnSpPr>
        <p:spPr>
          <a:xfrm>
            <a:off x="3355383" y="4797840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2763043-BC5D-4E9C-621D-4D4B8B46507A}"/>
              </a:ext>
            </a:extLst>
          </p:cNvPr>
          <p:cNvSpPr txBox="1"/>
          <p:nvPr/>
        </p:nvSpPr>
        <p:spPr>
          <a:xfrm>
            <a:off x="6851656" y="376393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9C988CC-7D5A-A33A-154F-5F833A48D528}"/>
              </a:ext>
            </a:extLst>
          </p:cNvPr>
          <p:cNvSpPr txBox="1"/>
          <p:nvPr/>
        </p:nvSpPr>
        <p:spPr>
          <a:xfrm>
            <a:off x="6392089" y="306723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BEFF06F-5F74-EF91-2D88-A8A04376D9C4}"/>
              </a:ext>
            </a:extLst>
          </p:cNvPr>
          <p:cNvSpPr txBox="1"/>
          <p:nvPr/>
        </p:nvSpPr>
        <p:spPr>
          <a:xfrm>
            <a:off x="5941986" y="376393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BAD9CDC-F4EE-BB41-222D-465882543306}"/>
              </a:ext>
            </a:extLst>
          </p:cNvPr>
          <p:cNvCxnSpPr>
            <a:cxnSpLocks/>
            <a:stCxn id="125" idx="2"/>
            <a:endCxn id="126" idx="0"/>
          </p:cNvCxnSpPr>
          <p:nvPr/>
        </p:nvCxnSpPr>
        <p:spPr>
          <a:xfrm flipH="1">
            <a:off x="6080005" y="3375012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ADD0615-26B0-A732-24B2-F8E443C76B18}"/>
              </a:ext>
            </a:extLst>
          </p:cNvPr>
          <p:cNvCxnSpPr>
            <a:cxnSpLocks/>
            <a:stCxn id="125" idx="2"/>
            <a:endCxn id="124" idx="0"/>
          </p:cNvCxnSpPr>
          <p:nvPr/>
        </p:nvCxnSpPr>
        <p:spPr>
          <a:xfrm>
            <a:off x="6530108" y="3375012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D9CA492-1051-1D84-D72E-297DB3A166BB}"/>
              </a:ext>
            </a:extLst>
          </p:cNvPr>
          <p:cNvSpPr txBox="1"/>
          <p:nvPr/>
        </p:nvSpPr>
        <p:spPr>
          <a:xfrm>
            <a:off x="7173701" y="449007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084697B-ABBD-8634-9FA9-219F694C535C}"/>
              </a:ext>
            </a:extLst>
          </p:cNvPr>
          <p:cNvCxnSpPr>
            <a:cxnSpLocks/>
            <a:stCxn id="124" idx="2"/>
            <a:endCxn id="129" idx="0"/>
          </p:cNvCxnSpPr>
          <p:nvPr/>
        </p:nvCxnSpPr>
        <p:spPr>
          <a:xfrm>
            <a:off x="6989675" y="4071711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63761B3-BA97-ECAC-C472-411CCD547B16}"/>
              </a:ext>
            </a:extLst>
          </p:cNvPr>
          <p:cNvSpPr txBox="1"/>
          <p:nvPr/>
        </p:nvSpPr>
        <p:spPr>
          <a:xfrm>
            <a:off x="5648834" y="449007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5FBCBEF-F56B-E60C-2906-F68DDEBE5D22}"/>
              </a:ext>
            </a:extLst>
          </p:cNvPr>
          <p:cNvCxnSpPr>
            <a:cxnSpLocks/>
            <a:stCxn id="126" idx="2"/>
            <a:endCxn id="131" idx="0"/>
          </p:cNvCxnSpPr>
          <p:nvPr/>
        </p:nvCxnSpPr>
        <p:spPr>
          <a:xfrm flipH="1">
            <a:off x="5786853" y="4071711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E45EC5FB-648E-52CB-0532-FFAD3BE92220}"/>
              </a:ext>
            </a:extLst>
          </p:cNvPr>
          <p:cNvSpPr txBox="1"/>
          <p:nvPr/>
        </p:nvSpPr>
        <p:spPr>
          <a:xfrm>
            <a:off x="7604518" y="5217045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34E96CD-613C-8A3A-872F-9A29F6500BA6}"/>
              </a:ext>
            </a:extLst>
          </p:cNvPr>
          <p:cNvCxnSpPr>
            <a:cxnSpLocks/>
            <a:stCxn id="129" idx="2"/>
            <a:endCxn id="133" idx="0"/>
          </p:cNvCxnSpPr>
          <p:nvPr/>
        </p:nvCxnSpPr>
        <p:spPr>
          <a:xfrm>
            <a:off x="7311720" y="4797852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33650EB-647D-04CB-7047-E93418034407}"/>
              </a:ext>
            </a:extLst>
          </p:cNvPr>
          <p:cNvSpPr txBox="1"/>
          <p:nvPr/>
        </p:nvSpPr>
        <p:spPr>
          <a:xfrm>
            <a:off x="6330475" y="449007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D7FC516-889E-F5D2-1769-C65B8285C15C}"/>
              </a:ext>
            </a:extLst>
          </p:cNvPr>
          <p:cNvCxnSpPr>
            <a:cxnSpLocks/>
            <a:stCxn id="126" idx="2"/>
            <a:endCxn id="135" idx="0"/>
          </p:cNvCxnSpPr>
          <p:nvPr/>
        </p:nvCxnSpPr>
        <p:spPr>
          <a:xfrm>
            <a:off x="6080005" y="4071711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C62518A3-5B54-40BF-28DF-C1347F8ECA30}"/>
              </a:ext>
            </a:extLst>
          </p:cNvPr>
          <p:cNvCxnSpPr>
            <a:cxnSpLocks/>
          </p:cNvCxnSpPr>
          <p:nvPr/>
        </p:nvCxnSpPr>
        <p:spPr>
          <a:xfrm>
            <a:off x="7623307" y="4066681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D3B28691-5291-AAD2-5114-DD3463331FF2}"/>
              </a:ext>
            </a:extLst>
          </p:cNvPr>
          <p:cNvSpPr txBox="1"/>
          <p:nvPr/>
        </p:nvSpPr>
        <p:spPr>
          <a:xfrm>
            <a:off x="7302539" y="3487753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2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584553A-11A9-4EB1-E16B-FFC4686AEC39}"/>
              </a:ext>
            </a:extLst>
          </p:cNvPr>
          <p:cNvSpPr txBox="1"/>
          <p:nvPr/>
        </p:nvSpPr>
        <p:spPr>
          <a:xfrm>
            <a:off x="10098286" y="387044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DEA375C-BD4E-8E84-B31F-8BBBBCC4677D}"/>
              </a:ext>
            </a:extLst>
          </p:cNvPr>
          <p:cNvSpPr txBox="1"/>
          <p:nvPr/>
        </p:nvSpPr>
        <p:spPr>
          <a:xfrm>
            <a:off x="9638719" y="317374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74700C9-D6A8-12E8-1547-4AF80B762C9C}"/>
              </a:ext>
            </a:extLst>
          </p:cNvPr>
          <p:cNvSpPr txBox="1"/>
          <p:nvPr/>
        </p:nvSpPr>
        <p:spPr>
          <a:xfrm>
            <a:off x="9188616" y="387044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0D94970-3F52-2B14-252A-F76BEED7AF4B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9326635" y="3481521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ECDBD75-D60B-98FC-3943-66B3EBD64BD8}"/>
              </a:ext>
            </a:extLst>
          </p:cNvPr>
          <p:cNvCxnSpPr>
            <a:cxnSpLocks/>
            <a:stCxn id="142" idx="2"/>
            <a:endCxn id="141" idx="0"/>
          </p:cNvCxnSpPr>
          <p:nvPr/>
        </p:nvCxnSpPr>
        <p:spPr>
          <a:xfrm>
            <a:off x="9776738" y="348152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B6E897AC-8FC6-A0BD-1882-4166D748A894}"/>
              </a:ext>
            </a:extLst>
          </p:cNvPr>
          <p:cNvSpPr txBox="1"/>
          <p:nvPr/>
        </p:nvSpPr>
        <p:spPr>
          <a:xfrm>
            <a:off x="10420331" y="45965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EE4063F-93EA-44DA-B495-2FF63DB0DCC0}"/>
              </a:ext>
            </a:extLst>
          </p:cNvPr>
          <p:cNvCxnSpPr>
            <a:cxnSpLocks/>
            <a:stCxn id="141" idx="2"/>
            <a:endCxn id="146" idx="0"/>
          </p:cNvCxnSpPr>
          <p:nvPr/>
        </p:nvCxnSpPr>
        <p:spPr>
          <a:xfrm>
            <a:off x="10236305" y="417822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BB0CE3E8-092D-9273-8971-A9E2513DB131}"/>
              </a:ext>
            </a:extLst>
          </p:cNvPr>
          <p:cNvSpPr txBox="1"/>
          <p:nvPr/>
        </p:nvSpPr>
        <p:spPr>
          <a:xfrm>
            <a:off x="8895464" y="45965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A678D94-8966-871C-A056-2DE03C286F62}"/>
              </a:ext>
            </a:extLst>
          </p:cNvPr>
          <p:cNvCxnSpPr>
            <a:cxnSpLocks/>
            <a:stCxn id="143" idx="2"/>
            <a:endCxn id="148" idx="0"/>
          </p:cNvCxnSpPr>
          <p:nvPr/>
        </p:nvCxnSpPr>
        <p:spPr>
          <a:xfrm flipH="1">
            <a:off x="9033483" y="4178220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5F1708B-E704-8A73-3F6D-A134643CC61C}"/>
              </a:ext>
            </a:extLst>
          </p:cNvPr>
          <p:cNvSpPr txBox="1"/>
          <p:nvPr/>
        </p:nvSpPr>
        <p:spPr>
          <a:xfrm>
            <a:off x="10851148" y="532355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0A3E466-60ED-BB5C-31F5-9A63FCD66FE6}"/>
              </a:ext>
            </a:extLst>
          </p:cNvPr>
          <p:cNvCxnSpPr>
            <a:cxnSpLocks/>
            <a:stCxn id="146" idx="2"/>
            <a:endCxn id="150" idx="0"/>
          </p:cNvCxnSpPr>
          <p:nvPr/>
        </p:nvCxnSpPr>
        <p:spPr>
          <a:xfrm>
            <a:off x="10558350" y="490436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E3EFCB-91C4-4187-0915-66D43FD889D7}"/>
              </a:ext>
            </a:extLst>
          </p:cNvPr>
          <p:cNvSpPr txBox="1"/>
          <p:nvPr/>
        </p:nvSpPr>
        <p:spPr>
          <a:xfrm>
            <a:off x="3329163" y="5701250"/>
            <a:ext cx="26013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Temp = Node7</a:t>
            </a:r>
          </a:p>
          <a:p>
            <a:r>
              <a:rPr lang="en-MY" sz="1600" dirty="0"/>
              <a:t>Node6-&gt;right = Node7-&gt;right</a:t>
            </a:r>
          </a:p>
          <a:p>
            <a:r>
              <a:rPr lang="en-MY" sz="1600" dirty="0"/>
              <a:t>Delete temp</a:t>
            </a:r>
          </a:p>
        </p:txBody>
      </p:sp>
    </p:spTree>
    <p:extLst>
      <p:ext uri="{BB962C8B-B14F-4D97-AF65-F5344CB8AC3E}">
        <p14:creationId xmlns:p14="http://schemas.microsoft.com/office/powerpoint/2010/main" val="140188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7F1DB-74B0-92D0-9379-216F8016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>
            <a:extLst>
              <a:ext uri="{FF2B5EF4-FFF2-40B4-BE49-F238E27FC236}">
                <a16:creationId xmlns:a16="http://schemas.microsoft.com/office/drawing/2014/main" id="{982389AA-A1C7-2F8B-63EC-79F39C6C76E4}"/>
              </a:ext>
            </a:extLst>
          </p:cNvPr>
          <p:cNvSpPr txBox="1"/>
          <p:nvPr/>
        </p:nvSpPr>
        <p:spPr>
          <a:xfrm>
            <a:off x="1965891" y="116416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69C0B5B-BD2D-F605-6B8F-47588683510A}"/>
              </a:ext>
            </a:extLst>
          </p:cNvPr>
          <p:cNvSpPr txBox="1"/>
          <p:nvPr/>
        </p:nvSpPr>
        <p:spPr>
          <a:xfrm>
            <a:off x="1506324" y="46747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B565003-471E-CC5F-C5BF-516B0A79BE42}"/>
              </a:ext>
            </a:extLst>
          </p:cNvPr>
          <p:cNvSpPr txBox="1"/>
          <p:nvPr/>
        </p:nvSpPr>
        <p:spPr>
          <a:xfrm>
            <a:off x="1056221" y="116416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D835675-24FA-0936-48F6-D84CEB242D5E}"/>
              </a:ext>
            </a:extLst>
          </p:cNvPr>
          <p:cNvCxnSpPr>
            <a:cxnSpLocks/>
            <a:stCxn id="125" idx="2"/>
            <a:endCxn id="126" idx="0"/>
          </p:cNvCxnSpPr>
          <p:nvPr/>
        </p:nvCxnSpPr>
        <p:spPr>
          <a:xfrm flipH="1">
            <a:off x="1194240" y="775247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075C953-F6D1-F361-3E84-B18033764B56}"/>
              </a:ext>
            </a:extLst>
          </p:cNvPr>
          <p:cNvCxnSpPr>
            <a:cxnSpLocks/>
            <a:stCxn id="125" idx="2"/>
            <a:endCxn id="124" idx="0"/>
          </p:cNvCxnSpPr>
          <p:nvPr/>
        </p:nvCxnSpPr>
        <p:spPr>
          <a:xfrm>
            <a:off x="1644343" y="775247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2B604B43-B99B-C0C0-4D89-1E64554D2B45}"/>
              </a:ext>
            </a:extLst>
          </p:cNvPr>
          <p:cNvSpPr txBox="1"/>
          <p:nvPr/>
        </p:nvSpPr>
        <p:spPr>
          <a:xfrm>
            <a:off x="2287936" y="189031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4116A88-53FE-D332-B382-54760DC24E57}"/>
              </a:ext>
            </a:extLst>
          </p:cNvPr>
          <p:cNvCxnSpPr>
            <a:cxnSpLocks/>
            <a:stCxn id="124" idx="2"/>
            <a:endCxn id="129" idx="0"/>
          </p:cNvCxnSpPr>
          <p:nvPr/>
        </p:nvCxnSpPr>
        <p:spPr>
          <a:xfrm>
            <a:off x="2103910" y="1471946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E547B695-72E1-E2E9-4B2C-7851823A07D1}"/>
              </a:ext>
            </a:extLst>
          </p:cNvPr>
          <p:cNvSpPr txBox="1"/>
          <p:nvPr/>
        </p:nvSpPr>
        <p:spPr>
          <a:xfrm>
            <a:off x="763069" y="189031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5748DAA-F4EF-DC36-758A-A054A9CE91EE}"/>
              </a:ext>
            </a:extLst>
          </p:cNvPr>
          <p:cNvCxnSpPr>
            <a:cxnSpLocks/>
            <a:stCxn id="126" idx="2"/>
            <a:endCxn id="131" idx="0"/>
          </p:cNvCxnSpPr>
          <p:nvPr/>
        </p:nvCxnSpPr>
        <p:spPr>
          <a:xfrm flipH="1">
            <a:off x="901088" y="1471946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B56F40F-93B5-1A20-D5BE-CB83E7640F5A}"/>
              </a:ext>
            </a:extLst>
          </p:cNvPr>
          <p:cNvSpPr txBox="1"/>
          <p:nvPr/>
        </p:nvSpPr>
        <p:spPr>
          <a:xfrm>
            <a:off x="2718753" y="261728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62DB5ABA-F641-B7E3-7A0E-F1BD61D8F6CA}"/>
              </a:ext>
            </a:extLst>
          </p:cNvPr>
          <p:cNvCxnSpPr>
            <a:cxnSpLocks/>
            <a:stCxn id="129" idx="2"/>
            <a:endCxn id="133" idx="0"/>
          </p:cNvCxnSpPr>
          <p:nvPr/>
        </p:nvCxnSpPr>
        <p:spPr>
          <a:xfrm>
            <a:off x="2425955" y="2198087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FDB1C65-845C-5F41-B2AB-E8674974E582}"/>
              </a:ext>
            </a:extLst>
          </p:cNvPr>
          <p:cNvSpPr txBox="1"/>
          <p:nvPr/>
        </p:nvSpPr>
        <p:spPr>
          <a:xfrm>
            <a:off x="1444710" y="189030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8C295C2-F369-09FA-08DA-669637B43D7D}"/>
              </a:ext>
            </a:extLst>
          </p:cNvPr>
          <p:cNvCxnSpPr>
            <a:cxnSpLocks/>
            <a:stCxn id="126" idx="2"/>
            <a:endCxn id="135" idx="0"/>
          </p:cNvCxnSpPr>
          <p:nvPr/>
        </p:nvCxnSpPr>
        <p:spPr>
          <a:xfrm>
            <a:off x="1194240" y="1471946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3263ADE-95E8-D8A7-EC7B-818371138A95}"/>
              </a:ext>
            </a:extLst>
          </p:cNvPr>
          <p:cNvCxnSpPr>
            <a:cxnSpLocks/>
          </p:cNvCxnSpPr>
          <p:nvPr/>
        </p:nvCxnSpPr>
        <p:spPr>
          <a:xfrm>
            <a:off x="2737542" y="1466916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3072E7A-9678-D303-D790-AD3166BD436F}"/>
              </a:ext>
            </a:extLst>
          </p:cNvPr>
          <p:cNvSpPr txBox="1"/>
          <p:nvPr/>
        </p:nvSpPr>
        <p:spPr>
          <a:xfrm>
            <a:off x="2416774" y="88798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2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60945B2-E100-6AA2-3F04-2C4BE7D1BC10}"/>
              </a:ext>
            </a:extLst>
          </p:cNvPr>
          <p:cNvSpPr txBox="1"/>
          <p:nvPr/>
        </p:nvSpPr>
        <p:spPr>
          <a:xfrm>
            <a:off x="5212521" y="1270678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3A8B31E-0A9C-9FE8-42C7-EC96D4F0AC2E}"/>
              </a:ext>
            </a:extLst>
          </p:cNvPr>
          <p:cNvSpPr txBox="1"/>
          <p:nvPr/>
        </p:nvSpPr>
        <p:spPr>
          <a:xfrm>
            <a:off x="4752954" y="57397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ED70E24-68A4-DBE0-EC2A-63329129FE46}"/>
              </a:ext>
            </a:extLst>
          </p:cNvPr>
          <p:cNvSpPr txBox="1"/>
          <p:nvPr/>
        </p:nvSpPr>
        <p:spPr>
          <a:xfrm>
            <a:off x="4302851" y="1270678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8CEBC33-6658-7EE0-A5B0-DC3725586333}"/>
              </a:ext>
            </a:extLst>
          </p:cNvPr>
          <p:cNvCxnSpPr>
            <a:cxnSpLocks/>
            <a:stCxn id="142" idx="2"/>
            <a:endCxn id="143" idx="0"/>
          </p:cNvCxnSpPr>
          <p:nvPr/>
        </p:nvCxnSpPr>
        <p:spPr>
          <a:xfrm flipH="1">
            <a:off x="4440870" y="881756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12BC8A4-F647-2FA9-4FAA-5D00D99355AC}"/>
              </a:ext>
            </a:extLst>
          </p:cNvPr>
          <p:cNvCxnSpPr>
            <a:cxnSpLocks/>
            <a:stCxn id="142" idx="2"/>
            <a:endCxn id="141" idx="0"/>
          </p:cNvCxnSpPr>
          <p:nvPr/>
        </p:nvCxnSpPr>
        <p:spPr>
          <a:xfrm>
            <a:off x="4890973" y="881756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CE8D1FD-D705-3A9F-895C-6034CA8BE279}"/>
              </a:ext>
            </a:extLst>
          </p:cNvPr>
          <p:cNvSpPr txBox="1"/>
          <p:nvPr/>
        </p:nvSpPr>
        <p:spPr>
          <a:xfrm>
            <a:off x="5534566" y="199681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1CE3EE3-4E83-6EFA-06B1-F17145131C06}"/>
              </a:ext>
            </a:extLst>
          </p:cNvPr>
          <p:cNvCxnSpPr>
            <a:cxnSpLocks/>
            <a:stCxn id="141" idx="2"/>
            <a:endCxn id="146" idx="0"/>
          </p:cNvCxnSpPr>
          <p:nvPr/>
        </p:nvCxnSpPr>
        <p:spPr>
          <a:xfrm>
            <a:off x="5350540" y="1578455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69CF212E-FCD7-6B71-C859-1D173FD18A39}"/>
              </a:ext>
            </a:extLst>
          </p:cNvPr>
          <p:cNvSpPr txBox="1"/>
          <p:nvPr/>
        </p:nvSpPr>
        <p:spPr>
          <a:xfrm>
            <a:off x="4009699" y="199681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D9ECF52-0839-2241-4641-54AC6FE44507}"/>
              </a:ext>
            </a:extLst>
          </p:cNvPr>
          <p:cNvCxnSpPr>
            <a:cxnSpLocks/>
            <a:stCxn id="143" idx="2"/>
            <a:endCxn id="148" idx="0"/>
          </p:cNvCxnSpPr>
          <p:nvPr/>
        </p:nvCxnSpPr>
        <p:spPr>
          <a:xfrm flipH="1">
            <a:off x="4147718" y="1578455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BF56390D-40C8-C220-F40E-305F6E28B6CE}"/>
              </a:ext>
            </a:extLst>
          </p:cNvPr>
          <p:cNvSpPr txBox="1"/>
          <p:nvPr/>
        </p:nvSpPr>
        <p:spPr>
          <a:xfrm>
            <a:off x="5965383" y="2723789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1E5D7DCD-788C-79E6-EC58-CE783E6BCCBF}"/>
              </a:ext>
            </a:extLst>
          </p:cNvPr>
          <p:cNvCxnSpPr>
            <a:cxnSpLocks/>
            <a:stCxn id="146" idx="2"/>
            <a:endCxn id="150" idx="0"/>
          </p:cNvCxnSpPr>
          <p:nvPr/>
        </p:nvCxnSpPr>
        <p:spPr>
          <a:xfrm>
            <a:off x="5672585" y="2304596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494080-3068-1A6D-F706-12437A799BC6}"/>
              </a:ext>
            </a:extLst>
          </p:cNvPr>
          <p:cNvSpPr txBox="1"/>
          <p:nvPr/>
        </p:nvSpPr>
        <p:spPr>
          <a:xfrm>
            <a:off x="1715769" y="4399515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B5185-00B2-EB55-A69F-6365F107958C}"/>
              </a:ext>
            </a:extLst>
          </p:cNvPr>
          <p:cNvSpPr txBox="1"/>
          <p:nvPr/>
        </p:nvSpPr>
        <p:spPr>
          <a:xfrm>
            <a:off x="1256202" y="3702816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C0447-CDC8-1BC7-F360-01B43AB51ABD}"/>
              </a:ext>
            </a:extLst>
          </p:cNvPr>
          <p:cNvSpPr txBox="1"/>
          <p:nvPr/>
        </p:nvSpPr>
        <p:spPr>
          <a:xfrm>
            <a:off x="806099" y="4399515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E92A22-FB68-BD12-3ED3-A76DB5043C1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989803" y="4010593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82391E-88CA-C194-ACBC-93CD5DFF93A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1439906" y="4010593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F7AB84-09BB-D215-2EDA-4118D2144BBE}"/>
              </a:ext>
            </a:extLst>
          </p:cNvPr>
          <p:cNvSpPr txBox="1"/>
          <p:nvPr/>
        </p:nvSpPr>
        <p:spPr>
          <a:xfrm>
            <a:off x="2037814" y="5125656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B8AA6B-446D-4E28-1786-AD90074C4664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1899473" y="4707292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C2DF41-6D05-484F-478C-A911537C4615}"/>
              </a:ext>
            </a:extLst>
          </p:cNvPr>
          <p:cNvSpPr txBox="1"/>
          <p:nvPr/>
        </p:nvSpPr>
        <p:spPr>
          <a:xfrm>
            <a:off x="512947" y="5125656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F88AA5-BCA3-25D0-691A-5DB4C14A233B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696651" y="4707292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3A58C5-05D1-B12E-2C39-C73C43A1AA6C}"/>
              </a:ext>
            </a:extLst>
          </p:cNvPr>
          <p:cNvSpPr txBox="1"/>
          <p:nvPr/>
        </p:nvSpPr>
        <p:spPr>
          <a:xfrm>
            <a:off x="2468631" y="5852626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7646F-CB96-8EC1-0839-B2592767DC4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221518" y="5433433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99B37C-3FCD-6208-8C68-61B6BB0D6AE0}"/>
              </a:ext>
            </a:extLst>
          </p:cNvPr>
          <p:cNvSpPr txBox="1"/>
          <p:nvPr/>
        </p:nvSpPr>
        <p:spPr>
          <a:xfrm>
            <a:off x="1194588" y="5125655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385790-0276-F3C3-078F-3C8A3096001D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989803" y="4707292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2DAC79-A248-21D2-05AF-08C38A0D7A35}"/>
              </a:ext>
            </a:extLst>
          </p:cNvPr>
          <p:cNvCxnSpPr>
            <a:cxnSpLocks/>
          </p:cNvCxnSpPr>
          <p:nvPr/>
        </p:nvCxnSpPr>
        <p:spPr>
          <a:xfrm>
            <a:off x="2487420" y="4702262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6170E5-519F-0208-542B-A60BC651B5B8}"/>
              </a:ext>
            </a:extLst>
          </p:cNvPr>
          <p:cNvSpPr txBox="1"/>
          <p:nvPr/>
        </p:nvSpPr>
        <p:spPr>
          <a:xfrm>
            <a:off x="2166652" y="4123334"/>
            <a:ext cx="207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20 (N)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277CDA-6989-422B-4DC4-B13BC46529F5}"/>
              </a:ext>
            </a:extLst>
          </p:cNvPr>
          <p:cNvSpPr txBox="1"/>
          <p:nvPr/>
        </p:nvSpPr>
        <p:spPr>
          <a:xfrm>
            <a:off x="806236" y="590424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25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F1D529-754B-BAAE-4554-3E42F7E4073A}"/>
              </a:ext>
            </a:extLst>
          </p:cNvPr>
          <p:cNvCxnSpPr>
            <a:cxnSpLocks/>
            <a:stCxn id="15" idx="2"/>
            <a:endCxn id="67" idx="0"/>
          </p:cNvCxnSpPr>
          <p:nvPr/>
        </p:nvCxnSpPr>
        <p:spPr>
          <a:xfrm flipH="1">
            <a:off x="989940" y="5433432"/>
            <a:ext cx="388352" cy="47081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E0ED43E-3E4E-A1EC-6D29-EAC76D66FB57}"/>
              </a:ext>
            </a:extLst>
          </p:cNvPr>
          <p:cNvSpPr txBox="1"/>
          <p:nvPr/>
        </p:nvSpPr>
        <p:spPr>
          <a:xfrm>
            <a:off x="1646861" y="5882031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40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DAEC9E8-72B9-2463-541A-3882151DF220}"/>
              </a:ext>
            </a:extLst>
          </p:cNvPr>
          <p:cNvCxnSpPr>
            <a:cxnSpLocks/>
            <a:stCxn id="15" idx="2"/>
            <a:endCxn id="83" idx="0"/>
          </p:cNvCxnSpPr>
          <p:nvPr/>
        </p:nvCxnSpPr>
        <p:spPr>
          <a:xfrm>
            <a:off x="1378292" y="5433432"/>
            <a:ext cx="452273" cy="4485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peech Bubble: Rectangle with Corners Rounded 101">
            <a:extLst>
              <a:ext uri="{FF2B5EF4-FFF2-40B4-BE49-F238E27FC236}">
                <a16:creationId xmlns:a16="http://schemas.microsoft.com/office/drawing/2014/main" id="{CAEF91E3-5868-A41B-05BD-23B004F3138D}"/>
              </a:ext>
            </a:extLst>
          </p:cNvPr>
          <p:cNvSpPr/>
          <p:nvPr/>
        </p:nvSpPr>
        <p:spPr>
          <a:xfrm>
            <a:off x="3084197" y="3056594"/>
            <a:ext cx="2489140" cy="511663"/>
          </a:xfrm>
          <a:prstGeom prst="wedgeRoundRectCallout">
            <a:avLst>
              <a:gd name="adj1" fmla="val -49837"/>
              <a:gd name="adj2" fmla="val 17835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Chapter 10-Part 2: Slide 27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588BD82-2F00-E347-CBA3-E8728CB49D79}"/>
              </a:ext>
            </a:extLst>
          </p:cNvPr>
          <p:cNvSpPr txBox="1"/>
          <p:nvPr/>
        </p:nvSpPr>
        <p:spPr>
          <a:xfrm>
            <a:off x="4820475" y="4605021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D380809-9AC5-6DF4-98F3-19C363390123}"/>
              </a:ext>
            </a:extLst>
          </p:cNvPr>
          <p:cNvSpPr txBox="1"/>
          <p:nvPr/>
        </p:nvSpPr>
        <p:spPr>
          <a:xfrm>
            <a:off x="4360908" y="3908322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30032A1-9588-F63F-2B07-D6DE19CFEE1A}"/>
              </a:ext>
            </a:extLst>
          </p:cNvPr>
          <p:cNvSpPr txBox="1"/>
          <p:nvPr/>
        </p:nvSpPr>
        <p:spPr>
          <a:xfrm>
            <a:off x="3910805" y="4605021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20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F54BF23-FBCB-6803-4025-7B234EA57E3F}"/>
              </a:ext>
            </a:extLst>
          </p:cNvPr>
          <p:cNvCxnSpPr>
            <a:cxnSpLocks/>
            <a:stCxn id="104" idx="2"/>
            <a:endCxn id="105" idx="0"/>
          </p:cNvCxnSpPr>
          <p:nvPr/>
        </p:nvCxnSpPr>
        <p:spPr>
          <a:xfrm flipH="1">
            <a:off x="4094509" y="4216099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AB245AC-597E-8ED6-09F0-C67B69F18A44}"/>
              </a:ext>
            </a:extLst>
          </p:cNvPr>
          <p:cNvCxnSpPr>
            <a:cxnSpLocks/>
            <a:stCxn id="104" idx="2"/>
            <a:endCxn id="103" idx="0"/>
          </p:cNvCxnSpPr>
          <p:nvPr/>
        </p:nvCxnSpPr>
        <p:spPr>
          <a:xfrm>
            <a:off x="4544612" y="4216099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9594BA1-8DE9-5AAC-F16C-BA0CB4E2BAD0}"/>
              </a:ext>
            </a:extLst>
          </p:cNvPr>
          <p:cNvSpPr txBox="1"/>
          <p:nvPr/>
        </p:nvSpPr>
        <p:spPr>
          <a:xfrm>
            <a:off x="5142520" y="5331162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70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3E1E8A4-21E8-6EAD-E15D-8C9FC95145DA}"/>
              </a:ext>
            </a:extLst>
          </p:cNvPr>
          <p:cNvCxnSpPr>
            <a:cxnSpLocks/>
            <a:stCxn id="103" idx="2"/>
            <a:endCxn id="108" idx="0"/>
          </p:cNvCxnSpPr>
          <p:nvPr/>
        </p:nvCxnSpPr>
        <p:spPr>
          <a:xfrm>
            <a:off x="5004179" y="4912798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C14A3FC6-DEED-C6D8-795E-3F3F2B40C5C3}"/>
              </a:ext>
            </a:extLst>
          </p:cNvPr>
          <p:cNvSpPr txBox="1"/>
          <p:nvPr/>
        </p:nvSpPr>
        <p:spPr>
          <a:xfrm>
            <a:off x="3617653" y="5331162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10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66B1FF5-94DC-578E-406E-5DD618322967}"/>
              </a:ext>
            </a:extLst>
          </p:cNvPr>
          <p:cNvCxnSpPr>
            <a:cxnSpLocks/>
            <a:stCxn id="105" idx="2"/>
            <a:endCxn id="115" idx="0"/>
          </p:cNvCxnSpPr>
          <p:nvPr/>
        </p:nvCxnSpPr>
        <p:spPr>
          <a:xfrm flipH="1">
            <a:off x="3801357" y="4912798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1F41DA3-4CE5-80FC-CDC1-31B1FA550638}"/>
              </a:ext>
            </a:extLst>
          </p:cNvPr>
          <p:cNvSpPr txBox="1"/>
          <p:nvPr/>
        </p:nvSpPr>
        <p:spPr>
          <a:xfrm>
            <a:off x="5573337" y="6058132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90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C7F31BE-9E40-6F93-7330-90A446832FA5}"/>
              </a:ext>
            </a:extLst>
          </p:cNvPr>
          <p:cNvCxnSpPr>
            <a:cxnSpLocks/>
            <a:stCxn id="108" idx="2"/>
            <a:endCxn id="123" idx="0"/>
          </p:cNvCxnSpPr>
          <p:nvPr/>
        </p:nvCxnSpPr>
        <p:spPr>
          <a:xfrm>
            <a:off x="5326224" y="5638939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EE628289-D173-0854-F41F-5E18E788B6CE}"/>
              </a:ext>
            </a:extLst>
          </p:cNvPr>
          <p:cNvSpPr txBox="1"/>
          <p:nvPr/>
        </p:nvSpPr>
        <p:spPr>
          <a:xfrm>
            <a:off x="4299294" y="5331161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30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8BE4CEAE-D914-1C55-67A9-926AF6663F91}"/>
              </a:ext>
            </a:extLst>
          </p:cNvPr>
          <p:cNvCxnSpPr>
            <a:cxnSpLocks/>
            <a:stCxn id="105" idx="2"/>
            <a:endCxn id="140" idx="0"/>
          </p:cNvCxnSpPr>
          <p:nvPr/>
        </p:nvCxnSpPr>
        <p:spPr>
          <a:xfrm>
            <a:off x="4094509" y="4912798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8FC7A25-1F71-6250-54F6-23D9FFB1F4E5}"/>
              </a:ext>
            </a:extLst>
          </p:cNvPr>
          <p:cNvSpPr txBox="1"/>
          <p:nvPr/>
        </p:nvSpPr>
        <p:spPr>
          <a:xfrm>
            <a:off x="3910942" y="6109750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25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95457E5-63BD-8365-5176-74A170EE94DB}"/>
              </a:ext>
            </a:extLst>
          </p:cNvPr>
          <p:cNvCxnSpPr>
            <a:cxnSpLocks/>
            <a:stCxn id="140" idx="2"/>
            <a:endCxn id="153" idx="0"/>
          </p:cNvCxnSpPr>
          <p:nvPr/>
        </p:nvCxnSpPr>
        <p:spPr>
          <a:xfrm flipH="1">
            <a:off x="4094646" y="5638938"/>
            <a:ext cx="388352" cy="47081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3DB88229-3003-5A8D-F6C3-F294E808D791}"/>
              </a:ext>
            </a:extLst>
          </p:cNvPr>
          <p:cNvSpPr txBox="1"/>
          <p:nvPr/>
        </p:nvSpPr>
        <p:spPr>
          <a:xfrm>
            <a:off x="4751567" y="6087537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40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0E559D7-CE7C-B2E3-13AD-A6C3AEA4EEB6}"/>
              </a:ext>
            </a:extLst>
          </p:cNvPr>
          <p:cNvCxnSpPr>
            <a:cxnSpLocks/>
            <a:stCxn id="140" idx="2"/>
            <a:endCxn id="155" idx="0"/>
          </p:cNvCxnSpPr>
          <p:nvPr/>
        </p:nvCxnSpPr>
        <p:spPr>
          <a:xfrm>
            <a:off x="4482998" y="5638938"/>
            <a:ext cx="452273" cy="4485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0A4D110-8D78-C576-EB99-2F1A6D798FAF}"/>
              </a:ext>
            </a:extLst>
          </p:cNvPr>
          <p:cNvSpPr/>
          <p:nvPr/>
        </p:nvSpPr>
        <p:spPr>
          <a:xfrm>
            <a:off x="3845890" y="5279543"/>
            <a:ext cx="1411164" cy="128318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8" name="Speech Bubble: Rectangle with Corners Rounded 157">
            <a:extLst>
              <a:ext uri="{FF2B5EF4-FFF2-40B4-BE49-F238E27FC236}">
                <a16:creationId xmlns:a16="http://schemas.microsoft.com/office/drawing/2014/main" id="{E9F7CF85-5087-B6CD-FEB5-1771C005ABF6}"/>
              </a:ext>
            </a:extLst>
          </p:cNvPr>
          <p:cNvSpPr/>
          <p:nvPr/>
        </p:nvSpPr>
        <p:spPr>
          <a:xfrm>
            <a:off x="5171174" y="4109580"/>
            <a:ext cx="2410726" cy="511663"/>
          </a:xfrm>
          <a:prstGeom prst="wedgeRoundRectCallout">
            <a:avLst>
              <a:gd name="adj1" fmla="val -49837"/>
              <a:gd name="adj2" fmla="val 17835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Right subtree of node 20 (N)</a:t>
            </a:r>
          </a:p>
        </p:txBody>
      </p:sp>
      <p:sp>
        <p:nvSpPr>
          <p:cNvPr id="159" name="Speech Bubble: Rectangle with Corners Rounded 158">
            <a:extLst>
              <a:ext uri="{FF2B5EF4-FFF2-40B4-BE49-F238E27FC236}">
                <a16:creationId xmlns:a16="http://schemas.microsoft.com/office/drawing/2014/main" id="{9EE1A58E-9CD8-CE2E-B687-FEB0E1BE50E4}"/>
              </a:ext>
            </a:extLst>
          </p:cNvPr>
          <p:cNvSpPr/>
          <p:nvPr/>
        </p:nvSpPr>
        <p:spPr>
          <a:xfrm>
            <a:off x="6103402" y="5373824"/>
            <a:ext cx="2410726" cy="511663"/>
          </a:xfrm>
          <a:prstGeom prst="wedgeRoundRectCallout">
            <a:avLst>
              <a:gd name="adj1" fmla="val -125303"/>
              <a:gd name="adj2" fmla="val 113201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Node M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EE85BFA8-C257-E373-8FEB-D19BFC39C201}"/>
              </a:ext>
            </a:extLst>
          </p:cNvPr>
          <p:cNvCxnSpPr>
            <a:cxnSpLocks/>
          </p:cNvCxnSpPr>
          <p:nvPr/>
        </p:nvCxnSpPr>
        <p:spPr>
          <a:xfrm>
            <a:off x="7935720" y="4758909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C12A8C8-F23C-EC6C-6790-A7971851AF86}"/>
              </a:ext>
            </a:extLst>
          </p:cNvPr>
          <p:cNvSpPr txBox="1"/>
          <p:nvPr/>
        </p:nvSpPr>
        <p:spPr>
          <a:xfrm>
            <a:off x="10084523" y="4553403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67F17D7-A508-8C59-52D1-CA03B9824C26}"/>
              </a:ext>
            </a:extLst>
          </p:cNvPr>
          <p:cNvSpPr txBox="1"/>
          <p:nvPr/>
        </p:nvSpPr>
        <p:spPr>
          <a:xfrm>
            <a:off x="9624956" y="385670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50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E9050E6-6437-CA25-04C3-FBE9CB10646A}"/>
              </a:ext>
            </a:extLst>
          </p:cNvPr>
          <p:cNvSpPr txBox="1"/>
          <p:nvPr/>
        </p:nvSpPr>
        <p:spPr>
          <a:xfrm>
            <a:off x="9174853" y="4553403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25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C96ADDF-306E-4195-FD9C-763CD3EEEBAC}"/>
              </a:ext>
            </a:extLst>
          </p:cNvPr>
          <p:cNvCxnSpPr>
            <a:cxnSpLocks/>
            <a:stCxn id="162" idx="2"/>
            <a:endCxn id="163" idx="0"/>
          </p:cNvCxnSpPr>
          <p:nvPr/>
        </p:nvCxnSpPr>
        <p:spPr>
          <a:xfrm flipH="1">
            <a:off x="9358557" y="4164481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7AFCDC7-2767-E41E-4073-50811FB18756}"/>
              </a:ext>
            </a:extLst>
          </p:cNvPr>
          <p:cNvCxnSpPr>
            <a:cxnSpLocks/>
            <a:stCxn id="162" idx="2"/>
            <a:endCxn id="161" idx="0"/>
          </p:cNvCxnSpPr>
          <p:nvPr/>
        </p:nvCxnSpPr>
        <p:spPr>
          <a:xfrm>
            <a:off x="9808660" y="416448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90466B10-0566-262A-AB1E-0C20490EDA66}"/>
              </a:ext>
            </a:extLst>
          </p:cNvPr>
          <p:cNvSpPr txBox="1"/>
          <p:nvPr/>
        </p:nvSpPr>
        <p:spPr>
          <a:xfrm>
            <a:off x="10406568" y="527954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70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9E2B27F-2C19-19FD-6C30-3796BFEABF18}"/>
              </a:ext>
            </a:extLst>
          </p:cNvPr>
          <p:cNvCxnSpPr>
            <a:cxnSpLocks/>
            <a:stCxn id="161" idx="2"/>
            <a:endCxn id="166" idx="0"/>
          </p:cNvCxnSpPr>
          <p:nvPr/>
        </p:nvCxnSpPr>
        <p:spPr>
          <a:xfrm>
            <a:off x="10268227" y="486118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0F63BDD-2E94-59CD-8591-234939884C64}"/>
              </a:ext>
            </a:extLst>
          </p:cNvPr>
          <p:cNvSpPr txBox="1"/>
          <p:nvPr/>
        </p:nvSpPr>
        <p:spPr>
          <a:xfrm>
            <a:off x="8881701" y="527954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10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BE997C0-323B-F48C-ED51-625A32F6E675}"/>
              </a:ext>
            </a:extLst>
          </p:cNvPr>
          <p:cNvCxnSpPr>
            <a:cxnSpLocks/>
            <a:stCxn id="163" idx="2"/>
            <a:endCxn id="168" idx="0"/>
          </p:cNvCxnSpPr>
          <p:nvPr/>
        </p:nvCxnSpPr>
        <p:spPr>
          <a:xfrm flipH="1">
            <a:off x="9065405" y="4861180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B2F6312C-E49E-82A1-D3F8-91811AF2B1B0}"/>
              </a:ext>
            </a:extLst>
          </p:cNvPr>
          <p:cNvSpPr txBox="1"/>
          <p:nvPr/>
        </p:nvSpPr>
        <p:spPr>
          <a:xfrm>
            <a:off x="10837385" y="600651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90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73F04C4-D341-DDC7-67DB-4E59A7C3DD18}"/>
              </a:ext>
            </a:extLst>
          </p:cNvPr>
          <p:cNvCxnSpPr>
            <a:cxnSpLocks/>
            <a:stCxn id="166" idx="2"/>
            <a:endCxn id="170" idx="0"/>
          </p:cNvCxnSpPr>
          <p:nvPr/>
        </p:nvCxnSpPr>
        <p:spPr>
          <a:xfrm>
            <a:off x="10590272" y="558732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F0E47FDC-EA7C-A62D-B244-4ABE02635549}"/>
              </a:ext>
            </a:extLst>
          </p:cNvPr>
          <p:cNvSpPr txBox="1"/>
          <p:nvPr/>
        </p:nvSpPr>
        <p:spPr>
          <a:xfrm>
            <a:off x="9563342" y="5279543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30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412366D0-27B4-D00E-56DC-F3C7CB7CDAA9}"/>
              </a:ext>
            </a:extLst>
          </p:cNvPr>
          <p:cNvCxnSpPr>
            <a:cxnSpLocks/>
            <a:stCxn id="163" idx="2"/>
            <a:endCxn id="172" idx="0"/>
          </p:cNvCxnSpPr>
          <p:nvPr/>
        </p:nvCxnSpPr>
        <p:spPr>
          <a:xfrm>
            <a:off x="9358557" y="4861180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7BB7E949-CBFE-050D-7579-F01484FF10AD}"/>
              </a:ext>
            </a:extLst>
          </p:cNvPr>
          <p:cNvSpPr txBox="1"/>
          <p:nvPr/>
        </p:nvSpPr>
        <p:spPr>
          <a:xfrm>
            <a:off x="10015615" y="6035919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40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81FF4673-BDF5-4E8E-BF28-05CF482C428A}"/>
              </a:ext>
            </a:extLst>
          </p:cNvPr>
          <p:cNvCxnSpPr>
            <a:cxnSpLocks/>
            <a:stCxn id="172" idx="2"/>
            <a:endCxn id="176" idx="0"/>
          </p:cNvCxnSpPr>
          <p:nvPr/>
        </p:nvCxnSpPr>
        <p:spPr>
          <a:xfrm>
            <a:off x="9747046" y="5587320"/>
            <a:ext cx="452273" cy="4485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05FF99-EE5A-08E2-CC77-3A4D19A3BDB5}"/>
              </a:ext>
            </a:extLst>
          </p:cNvPr>
          <p:cNvSpPr txBox="1"/>
          <p:nvPr/>
        </p:nvSpPr>
        <p:spPr>
          <a:xfrm>
            <a:off x="10262069" y="1240408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8258F8-3456-825A-AD59-05FC0375AF00}"/>
              </a:ext>
            </a:extLst>
          </p:cNvPr>
          <p:cNvSpPr txBox="1"/>
          <p:nvPr/>
        </p:nvSpPr>
        <p:spPr>
          <a:xfrm>
            <a:off x="9802502" y="543709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1B40F0-B44A-E406-BCBC-E712B828CCD3}"/>
              </a:ext>
            </a:extLst>
          </p:cNvPr>
          <p:cNvSpPr txBox="1"/>
          <p:nvPr/>
        </p:nvSpPr>
        <p:spPr>
          <a:xfrm>
            <a:off x="9352399" y="1240408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25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067CED-AAC9-27F8-EF5A-7CEA9C2F18DB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9536103" y="851486"/>
            <a:ext cx="450103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53413D-A743-EF10-744B-AC3A0868A0ED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9986206" y="851486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47C64C-E930-373B-5D43-5E570D7A71A2}"/>
              </a:ext>
            </a:extLst>
          </p:cNvPr>
          <p:cNvSpPr txBox="1"/>
          <p:nvPr/>
        </p:nvSpPr>
        <p:spPr>
          <a:xfrm>
            <a:off x="10584114" y="1966549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C79BC3A-3D64-AFF4-AA6A-57FF8BC48619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10445773" y="1548185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EF225D2-168F-34E5-132A-627E8EEFF2D7}"/>
              </a:ext>
            </a:extLst>
          </p:cNvPr>
          <p:cNvSpPr txBox="1"/>
          <p:nvPr/>
        </p:nvSpPr>
        <p:spPr>
          <a:xfrm>
            <a:off x="9059247" y="1966549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7F3284B-34AB-4E1C-06DA-A355322EA95C}"/>
              </a:ext>
            </a:extLst>
          </p:cNvPr>
          <p:cNvCxnSpPr>
            <a:cxnSpLocks/>
            <a:stCxn id="34" idx="2"/>
            <a:endCxn id="39" idx="0"/>
          </p:cNvCxnSpPr>
          <p:nvPr/>
        </p:nvCxnSpPr>
        <p:spPr>
          <a:xfrm flipH="1">
            <a:off x="9242951" y="1548185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C33384A-CFF5-F024-0758-EF8CC9EA0E23}"/>
              </a:ext>
            </a:extLst>
          </p:cNvPr>
          <p:cNvSpPr txBox="1"/>
          <p:nvPr/>
        </p:nvSpPr>
        <p:spPr>
          <a:xfrm>
            <a:off x="11014931" y="2693519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90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5A2E0D-CB62-8A45-1355-E1089E8BAC04}"/>
              </a:ext>
            </a:extLst>
          </p:cNvPr>
          <p:cNvCxnSpPr>
            <a:cxnSpLocks/>
            <a:stCxn id="37" idx="2"/>
            <a:endCxn id="41" idx="0"/>
          </p:cNvCxnSpPr>
          <p:nvPr/>
        </p:nvCxnSpPr>
        <p:spPr>
          <a:xfrm>
            <a:off x="10767818" y="2274326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1E67AA6-8D1A-E235-120E-2239EEE0C61F}"/>
              </a:ext>
            </a:extLst>
          </p:cNvPr>
          <p:cNvSpPr txBox="1"/>
          <p:nvPr/>
        </p:nvSpPr>
        <p:spPr>
          <a:xfrm>
            <a:off x="9740888" y="1966548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7948D9-3D10-A379-3FEA-D8D432ABFDF5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>
            <a:off x="9536103" y="1548185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AC1764F-B61D-1F41-8AAE-878A3EFC8184}"/>
              </a:ext>
            </a:extLst>
          </p:cNvPr>
          <p:cNvSpPr txBox="1"/>
          <p:nvPr/>
        </p:nvSpPr>
        <p:spPr>
          <a:xfrm>
            <a:off x="10193161" y="2722924"/>
            <a:ext cx="36740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MY" sz="1400" dirty="0"/>
              <a:t>40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3B038F-1ECE-8E13-939E-4C29D139A07F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9924592" y="2274325"/>
            <a:ext cx="452273" cy="4485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58CBCA-5058-245A-8F00-9C5827695A0A}"/>
              </a:ext>
            </a:extLst>
          </p:cNvPr>
          <p:cNvCxnSpPr>
            <a:cxnSpLocks/>
          </p:cNvCxnSpPr>
          <p:nvPr/>
        </p:nvCxnSpPr>
        <p:spPr>
          <a:xfrm flipV="1">
            <a:off x="9205425" y="3056594"/>
            <a:ext cx="0" cy="573155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0CA156-B60E-0B54-CF74-150296CAEFC5}"/>
              </a:ext>
            </a:extLst>
          </p:cNvPr>
          <p:cNvSpPr txBox="1"/>
          <p:nvPr/>
        </p:nvSpPr>
        <p:spPr>
          <a:xfrm>
            <a:off x="7080333" y="3179292"/>
            <a:ext cx="227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Delete node: 25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4A06F9-2223-6BD1-56DA-22CA05C2DAE1}"/>
              </a:ext>
            </a:extLst>
          </p:cNvPr>
          <p:cNvSpPr txBox="1"/>
          <p:nvPr/>
        </p:nvSpPr>
        <p:spPr>
          <a:xfrm>
            <a:off x="7067193" y="648490"/>
            <a:ext cx="24107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400" dirty="0"/>
              <a:t>Temp = Node25</a:t>
            </a:r>
          </a:p>
          <a:p>
            <a:r>
              <a:rPr lang="en-MY" sz="1400" dirty="0"/>
              <a:t>Node6-&gt;right = Node7-&gt;right</a:t>
            </a:r>
          </a:p>
          <a:p>
            <a:r>
              <a:rPr lang="en-MY" sz="1400" dirty="0"/>
              <a:t>Delete temp</a:t>
            </a:r>
          </a:p>
        </p:txBody>
      </p:sp>
    </p:spTree>
    <p:extLst>
      <p:ext uri="{BB962C8B-B14F-4D97-AF65-F5344CB8AC3E}">
        <p14:creationId xmlns:p14="http://schemas.microsoft.com/office/powerpoint/2010/main" val="302357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4A206411-CC6C-C660-56E2-D9CD147B51DB}"/>
              </a:ext>
            </a:extLst>
          </p:cNvPr>
          <p:cNvSpPr txBox="1"/>
          <p:nvPr/>
        </p:nvSpPr>
        <p:spPr>
          <a:xfrm>
            <a:off x="2522936" y="226584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0C28B8-C93A-4900-F5D3-13B8AB3F01A7}"/>
              </a:ext>
            </a:extLst>
          </p:cNvPr>
          <p:cNvSpPr txBox="1"/>
          <p:nvPr/>
        </p:nvSpPr>
        <p:spPr>
          <a:xfrm>
            <a:off x="2063369" y="156914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BC9292-FC62-0F62-530E-D8A617A69715}"/>
              </a:ext>
            </a:extLst>
          </p:cNvPr>
          <p:cNvSpPr txBox="1"/>
          <p:nvPr/>
        </p:nvSpPr>
        <p:spPr>
          <a:xfrm>
            <a:off x="1269114" y="2419731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EE9F218-CA01-1B17-D4FB-943D614F0D3F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 flipH="1">
            <a:off x="1407133" y="1876921"/>
            <a:ext cx="794255" cy="54281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C6D363-B5F7-67D4-6152-B954791980C3}"/>
              </a:ext>
            </a:extLst>
          </p:cNvPr>
          <p:cNvCxnSpPr>
            <a:cxnSpLocks/>
            <a:stCxn id="75" idx="2"/>
            <a:endCxn id="73" idx="0"/>
          </p:cNvCxnSpPr>
          <p:nvPr/>
        </p:nvCxnSpPr>
        <p:spPr>
          <a:xfrm>
            <a:off x="2201388" y="1876921"/>
            <a:ext cx="459567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6C664A0-3199-422D-A5CF-7E7B83243F65}"/>
              </a:ext>
            </a:extLst>
          </p:cNvPr>
          <p:cNvSpPr txBox="1"/>
          <p:nvPr/>
        </p:nvSpPr>
        <p:spPr>
          <a:xfrm>
            <a:off x="2844981" y="29919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B44DE1-5960-EFD2-B508-AF391FE9A079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>
            <a:off x="2660955" y="257362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5B629A0-D77D-C8E7-9ACC-84FF64853681}"/>
              </a:ext>
            </a:extLst>
          </p:cNvPr>
          <p:cNvSpPr txBox="1"/>
          <p:nvPr/>
        </p:nvSpPr>
        <p:spPr>
          <a:xfrm>
            <a:off x="975962" y="3145872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75101AD-35C6-97CA-31FE-AE57DC6B4771}"/>
              </a:ext>
            </a:extLst>
          </p:cNvPr>
          <p:cNvCxnSpPr>
            <a:cxnSpLocks/>
            <a:stCxn id="76" idx="2"/>
            <a:endCxn id="81" idx="0"/>
          </p:cNvCxnSpPr>
          <p:nvPr/>
        </p:nvCxnSpPr>
        <p:spPr>
          <a:xfrm flipH="1">
            <a:off x="1113981" y="2727508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94279E7-D594-71FD-028A-F05F865AB97F}"/>
              </a:ext>
            </a:extLst>
          </p:cNvPr>
          <p:cNvSpPr txBox="1"/>
          <p:nvPr/>
        </p:nvSpPr>
        <p:spPr>
          <a:xfrm>
            <a:off x="3275798" y="371895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8EA359F-784A-CF72-F9E4-BB8CE34CDE70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>
            <a:off x="2983000" y="329976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BABFB84-C544-C19D-C49F-D656D44652D5}"/>
              </a:ext>
            </a:extLst>
          </p:cNvPr>
          <p:cNvSpPr txBox="1"/>
          <p:nvPr/>
        </p:nvSpPr>
        <p:spPr>
          <a:xfrm>
            <a:off x="1657603" y="3145871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75A10BA-F388-C504-1CD4-DEF2BCFA2F3A}"/>
              </a:ext>
            </a:extLst>
          </p:cNvPr>
          <p:cNvCxnSpPr>
            <a:cxnSpLocks/>
            <a:stCxn id="76" idx="2"/>
            <a:endCxn id="86" idx="0"/>
          </p:cNvCxnSpPr>
          <p:nvPr/>
        </p:nvCxnSpPr>
        <p:spPr>
          <a:xfrm>
            <a:off x="1407133" y="2727508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F87168-99AB-70B5-B2E7-D9212BF44018}"/>
              </a:ext>
            </a:extLst>
          </p:cNvPr>
          <p:cNvCxnSpPr>
            <a:cxnSpLocks/>
          </p:cNvCxnSpPr>
          <p:nvPr/>
        </p:nvCxnSpPr>
        <p:spPr>
          <a:xfrm>
            <a:off x="3451795" y="2727508"/>
            <a:ext cx="673672" cy="0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F354F5-C845-70F2-EB40-9CA243C5E487}"/>
              </a:ext>
            </a:extLst>
          </p:cNvPr>
          <p:cNvSpPr txBox="1"/>
          <p:nvPr/>
        </p:nvSpPr>
        <p:spPr>
          <a:xfrm>
            <a:off x="3136501" y="2243280"/>
            <a:ext cx="156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Delete node: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6662D8-899B-A363-9210-4F8D76A053D1}"/>
              </a:ext>
            </a:extLst>
          </p:cNvPr>
          <p:cNvSpPr txBox="1"/>
          <p:nvPr/>
        </p:nvSpPr>
        <p:spPr>
          <a:xfrm>
            <a:off x="2185781" y="2991983"/>
            <a:ext cx="41229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5.5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C05C2B-0BA1-C12C-630A-0A10C151FD9C}"/>
              </a:ext>
            </a:extLst>
          </p:cNvPr>
          <p:cNvCxnSpPr>
            <a:cxnSpLocks/>
            <a:stCxn id="73" idx="2"/>
            <a:endCxn id="22" idx="0"/>
          </p:cNvCxnSpPr>
          <p:nvPr/>
        </p:nvCxnSpPr>
        <p:spPr>
          <a:xfrm flipH="1">
            <a:off x="2391927" y="2573620"/>
            <a:ext cx="269028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A4C1420-13C3-EEF3-E946-439A02C46A96}"/>
              </a:ext>
            </a:extLst>
          </p:cNvPr>
          <p:cNvSpPr txBox="1"/>
          <p:nvPr/>
        </p:nvSpPr>
        <p:spPr>
          <a:xfrm>
            <a:off x="6460659" y="2265843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DC3289-42EB-E7A8-6C86-A4C6968F5EEC}"/>
              </a:ext>
            </a:extLst>
          </p:cNvPr>
          <p:cNvSpPr txBox="1"/>
          <p:nvPr/>
        </p:nvSpPr>
        <p:spPr>
          <a:xfrm>
            <a:off x="6001092" y="1569144"/>
            <a:ext cx="41229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5.5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62E36-EE2E-B6F4-E498-CE8803465BBE}"/>
              </a:ext>
            </a:extLst>
          </p:cNvPr>
          <p:cNvSpPr txBox="1"/>
          <p:nvPr/>
        </p:nvSpPr>
        <p:spPr>
          <a:xfrm>
            <a:off x="5206837" y="2419731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CAE7EC-ED41-2A17-FB92-17E6A19536F6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flipH="1">
            <a:off x="5344856" y="1876921"/>
            <a:ext cx="862382" cy="54281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2AA47C-7573-3DEA-9DD9-B861069A06AA}"/>
              </a:ext>
            </a:extLst>
          </p:cNvPr>
          <p:cNvCxnSpPr>
            <a:cxnSpLocks/>
            <a:stCxn id="31" idx="2"/>
            <a:endCxn id="30" idx="0"/>
          </p:cNvCxnSpPr>
          <p:nvPr/>
        </p:nvCxnSpPr>
        <p:spPr>
          <a:xfrm>
            <a:off x="6207238" y="1876921"/>
            <a:ext cx="391440" cy="38892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184B8D-027A-4A1B-0383-12939526EA67}"/>
              </a:ext>
            </a:extLst>
          </p:cNvPr>
          <p:cNvSpPr txBox="1"/>
          <p:nvPr/>
        </p:nvSpPr>
        <p:spPr>
          <a:xfrm>
            <a:off x="6782704" y="299198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7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90313E-ACBA-ED5E-FA7B-E6843D42681C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>
            <a:off x="6598678" y="2573620"/>
            <a:ext cx="322045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8186604-323D-DFCA-C64F-6A52EE428D46}"/>
              </a:ext>
            </a:extLst>
          </p:cNvPr>
          <p:cNvSpPr txBox="1"/>
          <p:nvPr/>
        </p:nvSpPr>
        <p:spPr>
          <a:xfrm>
            <a:off x="4913685" y="3145872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813434-D438-BC52-BD8C-A0A4B440952B}"/>
              </a:ext>
            </a:extLst>
          </p:cNvPr>
          <p:cNvCxnSpPr>
            <a:cxnSpLocks/>
            <a:stCxn id="32" idx="2"/>
            <a:endCxn id="40" idx="0"/>
          </p:cNvCxnSpPr>
          <p:nvPr/>
        </p:nvCxnSpPr>
        <p:spPr>
          <a:xfrm flipH="1">
            <a:off x="5051704" y="2727508"/>
            <a:ext cx="293152" cy="41836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9E78356-3313-81B1-87B4-BBAE6126D9EB}"/>
              </a:ext>
            </a:extLst>
          </p:cNvPr>
          <p:cNvSpPr txBox="1"/>
          <p:nvPr/>
        </p:nvSpPr>
        <p:spPr>
          <a:xfrm>
            <a:off x="7213521" y="3718954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9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9FBD63-5EFC-591B-78DD-3ACD59F9648F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>
            <a:off x="6920723" y="3299761"/>
            <a:ext cx="430817" cy="41919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49FCC21-CA53-C1E9-9B85-A816FC8CF2C3}"/>
              </a:ext>
            </a:extLst>
          </p:cNvPr>
          <p:cNvSpPr txBox="1"/>
          <p:nvPr/>
        </p:nvSpPr>
        <p:spPr>
          <a:xfrm>
            <a:off x="5595326" y="3145871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B4846D-B485-A872-15CF-EC574C684552}"/>
              </a:ext>
            </a:extLst>
          </p:cNvPr>
          <p:cNvCxnSpPr>
            <a:cxnSpLocks/>
            <a:stCxn id="32" idx="2"/>
            <a:endCxn id="44" idx="0"/>
          </p:cNvCxnSpPr>
          <p:nvPr/>
        </p:nvCxnSpPr>
        <p:spPr>
          <a:xfrm>
            <a:off x="5344856" y="2727508"/>
            <a:ext cx="388489" cy="418363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226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3005-6015-CAA0-6164-C63C3495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8A1C447-18F9-270E-F069-30C1E12D3FBA}"/>
              </a:ext>
            </a:extLst>
          </p:cNvPr>
          <p:cNvCxnSpPr>
            <a:cxnSpLocks/>
            <a:stCxn id="81" idx="2"/>
            <a:endCxn id="5" idx="0"/>
          </p:cNvCxnSpPr>
          <p:nvPr/>
        </p:nvCxnSpPr>
        <p:spPr>
          <a:xfrm flipH="1">
            <a:off x="482432" y="4491165"/>
            <a:ext cx="503170" cy="42915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A678918-EBF9-222B-6F11-15BAFD733C8F}"/>
              </a:ext>
            </a:extLst>
          </p:cNvPr>
          <p:cNvCxnSpPr>
            <a:cxnSpLocks/>
            <a:stCxn id="81" idx="2"/>
            <a:endCxn id="8" idx="0"/>
          </p:cNvCxnSpPr>
          <p:nvPr/>
        </p:nvCxnSpPr>
        <p:spPr>
          <a:xfrm>
            <a:off x="985602" y="4491165"/>
            <a:ext cx="456638" cy="38752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B6EBA6A-60A0-DD3F-ED82-FCEE15AC0188}"/>
              </a:ext>
            </a:extLst>
          </p:cNvPr>
          <p:cNvSpPr txBox="1"/>
          <p:nvPr/>
        </p:nvSpPr>
        <p:spPr>
          <a:xfrm>
            <a:off x="847583" y="4183388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E78CE-D618-206A-29BE-C4CC6FE78CAE}"/>
              </a:ext>
            </a:extLst>
          </p:cNvPr>
          <p:cNvSpPr txBox="1"/>
          <p:nvPr/>
        </p:nvSpPr>
        <p:spPr>
          <a:xfrm>
            <a:off x="199341" y="4920315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NULL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C0F4B-1F49-C4E8-76C5-B855593C5B99}"/>
              </a:ext>
            </a:extLst>
          </p:cNvPr>
          <p:cNvSpPr txBox="1"/>
          <p:nvPr/>
        </p:nvSpPr>
        <p:spPr>
          <a:xfrm>
            <a:off x="1159149" y="4878685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NULL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2B2F25-9CC4-BDBE-D7D8-E0BA5C40AFA7}"/>
              </a:ext>
            </a:extLst>
          </p:cNvPr>
          <p:cNvCxnSpPr>
            <a:cxnSpLocks/>
            <a:stCxn id="13" idx="2"/>
            <a:endCxn id="81" idx="0"/>
          </p:cNvCxnSpPr>
          <p:nvPr/>
        </p:nvCxnSpPr>
        <p:spPr>
          <a:xfrm flipH="1">
            <a:off x="985602" y="3426406"/>
            <a:ext cx="991663" cy="75698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98707D-EE30-34A1-D993-F27C3911546A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1977265" y="3426406"/>
            <a:ext cx="1004503" cy="77299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B3D649-82F5-7CBA-C4C7-0389589D9A65}"/>
              </a:ext>
            </a:extLst>
          </p:cNvPr>
          <p:cNvSpPr txBox="1"/>
          <p:nvPr/>
        </p:nvSpPr>
        <p:spPr>
          <a:xfrm>
            <a:off x="1840048" y="3118629"/>
            <a:ext cx="274434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+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47999D-4541-6B7E-8374-488A555DC6E5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2478598" y="4507177"/>
            <a:ext cx="503170" cy="41391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989F97-AB40-783D-7FDC-5CCCC6AD9B93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2981768" y="4507177"/>
            <a:ext cx="500822" cy="41391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D0914C-5426-49B6-C12B-38C14E2DBABC}"/>
              </a:ext>
            </a:extLst>
          </p:cNvPr>
          <p:cNvSpPr txBox="1"/>
          <p:nvPr/>
        </p:nvSpPr>
        <p:spPr>
          <a:xfrm>
            <a:off x="2843749" y="4199400"/>
            <a:ext cx="27603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4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45E37-58D5-1A34-044A-77492404676B}"/>
              </a:ext>
            </a:extLst>
          </p:cNvPr>
          <p:cNvSpPr txBox="1"/>
          <p:nvPr/>
        </p:nvSpPr>
        <p:spPr>
          <a:xfrm>
            <a:off x="2195507" y="4921087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F1D948-A13C-E009-AE93-5097A39532F2}"/>
              </a:ext>
            </a:extLst>
          </p:cNvPr>
          <p:cNvSpPr txBox="1"/>
          <p:nvPr/>
        </p:nvSpPr>
        <p:spPr>
          <a:xfrm>
            <a:off x="3199499" y="4921087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400" dirty="0"/>
              <a:t>NULL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FD0E75-33DA-9D65-0F32-BEA296720D84}"/>
              </a:ext>
            </a:extLst>
          </p:cNvPr>
          <p:cNvSpPr txBox="1"/>
          <p:nvPr/>
        </p:nvSpPr>
        <p:spPr>
          <a:xfrm>
            <a:off x="199341" y="958107"/>
            <a:ext cx="2239059" cy="11840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void traverseIn(Node *n)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if (n != NULL)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traverseIn(n-&gt;left);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cout &lt;&lt; n-&gt;opr &lt;&lt; " ";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C7BED6-E5CA-D8A2-F68D-A5A4FD37B05F}"/>
              </a:ext>
            </a:extLst>
          </p:cNvPr>
          <p:cNvSpPr txBox="1"/>
          <p:nvPr/>
        </p:nvSpPr>
        <p:spPr>
          <a:xfrm>
            <a:off x="3026754" y="1391537"/>
            <a:ext cx="2239059" cy="11840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void traverseIn(</a:t>
            </a:r>
            <a:r>
              <a:rPr lang="fr-FR" sz="900" dirty="0">
                <a:solidFill>
                  <a:srgbClr val="FF0000"/>
                </a:solidFill>
                <a:latin typeface="Consolas" panose="020B0609020204030204" pitchFamily="49" charset="0"/>
              </a:rPr>
              <a:t>‘+’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if 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‘+’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 != NULL)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traverseIn(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‘+’-&gt;left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cout &lt;&lt; ‘+’-&gt;opr &lt;&lt; " ";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CA390A8-5276-CB79-33D0-B01E6D5DE57D}"/>
              </a:ext>
            </a:extLst>
          </p:cNvPr>
          <p:cNvCxnSpPr>
            <a:cxnSpLocks/>
            <a:stCxn id="13" idx="0"/>
            <a:endCxn id="53" idx="2"/>
          </p:cNvCxnSpPr>
          <p:nvPr/>
        </p:nvCxnSpPr>
        <p:spPr>
          <a:xfrm flipH="1" flipV="1">
            <a:off x="1318871" y="2142149"/>
            <a:ext cx="658394" cy="97648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613729-81D8-17B9-955B-8F7468AC48AC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>
            <a:off x="2438400" y="1550128"/>
            <a:ext cx="588354" cy="4334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23F357-935E-59C2-C2F0-81F2C52746DC}"/>
              </a:ext>
            </a:extLst>
          </p:cNvPr>
          <p:cNvCxnSpPr>
            <a:cxnSpLocks/>
          </p:cNvCxnSpPr>
          <p:nvPr/>
        </p:nvCxnSpPr>
        <p:spPr>
          <a:xfrm>
            <a:off x="5082540" y="1983558"/>
            <a:ext cx="1985026" cy="64683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77B4F1D-E8EA-262B-8A8F-DACC29E58CC6}"/>
              </a:ext>
            </a:extLst>
          </p:cNvPr>
          <p:cNvSpPr txBox="1"/>
          <p:nvPr/>
        </p:nvSpPr>
        <p:spPr>
          <a:xfrm>
            <a:off x="5885215" y="2620855"/>
            <a:ext cx="2239059" cy="11840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void traverseIn(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‘8’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if 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‘8’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 != NULL)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traverseIn(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‘8’-&gt;left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cout &lt;&lt; ‘8’-&gt;opr &lt;&lt; " ";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DBF6C1-92C3-CE52-5084-A95E94FB69D1}"/>
              </a:ext>
            </a:extLst>
          </p:cNvPr>
          <p:cNvCxnSpPr>
            <a:cxnSpLocks/>
          </p:cNvCxnSpPr>
          <p:nvPr/>
        </p:nvCxnSpPr>
        <p:spPr>
          <a:xfrm>
            <a:off x="7940040" y="3212876"/>
            <a:ext cx="377206" cy="16173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E3D5AF8-1BF5-E393-C126-1446303FA198}"/>
              </a:ext>
            </a:extLst>
          </p:cNvPr>
          <p:cNvSpPr txBox="1"/>
          <p:nvPr/>
        </p:nvSpPr>
        <p:spPr>
          <a:xfrm>
            <a:off x="7131407" y="4843572"/>
            <a:ext cx="2239059" cy="11840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void traverseIn(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if (</a:t>
            </a:r>
            <a:r>
              <a:rPr lang="fr-FR" sz="9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fr-FR" sz="900" b="0" dirty="0">
                <a:effectLst/>
                <a:latin typeface="Consolas" panose="020B0609020204030204" pitchFamily="49" charset="0"/>
              </a:rPr>
              <a:t> != NULL) {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traverseIn(n-&gt;left);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    cout &lt;&lt; n-&gt;opr &lt;&lt; " ";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fr-FR" sz="9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2A564EB-E9F0-49C4-4CCC-4374AF1E8033}"/>
              </a:ext>
            </a:extLst>
          </p:cNvPr>
          <p:cNvCxnSpPr>
            <a:cxnSpLocks/>
            <a:endCxn id="70" idx="2"/>
          </p:cNvCxnSpPr>
          <p:nvPr/>
        </p:nvCxnSpPr>
        <p:spPr>
          <a:xfrm flipH="1" flipV="1">
            <a:off x="7004745" y="3804897"/>
            <a:ext cx="409752" cy="20244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9B7BD4D-589B-B904-AA18-28D6FBEDBC20}"/>
              </a:ext>
            </a:extLst>
          </p:cNvPr>
          <p:cNvCxnSpPr>
            <a:cxnSpLocks/>
          </p:cNvCxnSpPr>
          <p:nvPr/>
        </p:nvCxnSpPr>
        <p:spPr>
          <a:xfrm flipH="1" flipV="1">
            <a:off x="4025832" y="2593570"/>
            <a:ext cx="2236596" cy="105276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6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3249</TotalTime>
  <Words>613</Words>
  <Application>Microsoft Office PowerPoint</Application>
  <PresentationFormat>Widescreen</PresentationFormat>
  <Paragraphs>273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RAZAK SAMINGAN</dc:creator>
  <cp:lastModifiedBy>Afiq Danial</cp:lastModifiedBy>
  <cp:revision>21</cp:revision>
  <dcterms:created xsi:type="dcterms:W3CDTF">2024-01-10T07:15:59Z</dcterms:created>
  <dcterms:modified xsi:type="dcterms:W3CDTF">2025-01-01T08:12:41Z</dcterms:modified>
</cp:coreProperties>
</file>