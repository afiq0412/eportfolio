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786F-5521-E65D-7EBC-DDE0C2E25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4F86F-5764-B8AC-7715-A84E52BD8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CC197-6FEE-4194-B0E6-35DEC118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E4FD9-DACC-FFD3-79BC-7BE68082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08C92-89ED-752C-0043-2B4B8BE7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087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05BB-9146-8219-A0DA-0350050C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83452-795A-5747-ACCF-C6A2A978F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A5EAD-7505-186A-210D-5F8740E6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2D3E1-4839-879D-9744-0E8D032B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5902-D368-E11F-59A7-D8A97CE5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96886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B3F1-FFC3-71D3-77A7-BA9FBE02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5D34E-D223-8BA5-168C-070639A24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90D8A-64C0-7296-134C-6C91CA4D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CB73-3120-DD56-7F1B-09A7830B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1D74-340D-FB83-8542-92B26215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992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E829-8BE4-CEE9-BA8E-652C739C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7D3B4-5189-0890-8347-0568FED44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79640-9C61-7FD9-E404-90C31153A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234CD-0135-25EE-CE00-38A34837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53EFC-F02C-1CA3-F3DF-9FC93193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8A96D-553A-8C3A-C6A7-FC5DAB32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001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5F79-F59C-7943-60E6-1FE152E7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FFF07-027C-B5BB-A277-0FB1E0149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26FA4-D2CC-F664-EC67-12830A840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A901A-2CDB-4727-3071-823C3B29C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10602-DEA2-8D9D-CA2F-219EED118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1B64A-9AFE-0C19-5A39-7D5320BF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30C7C-FA7E-1E6A-F78D-7AA1AD57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63FEBD-3F15-E989-8FD8-B740CD64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828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ECD3-B6A6-E36E-3FA3-FBBA6668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A41B0-4FB7-02BC-2DBC-7A75D665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333D0-E01E-C227-61C7-ED08B8F9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A06E9-2776-3AD5-75C5-373C5C31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3299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1AB7E-0C0E-1C6C-A956-76067B15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4BA43-1560-6B29-331B-6F55E768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3EF9-A182-B5BD-EF57-268A4E16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179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838E-E956-B0E5-360F-838623AA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998B-E335-10F9-4B49-3413EEA8A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E1EF8-45CE-979E-1D4C-727DF8F91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BDCE5-3285-CCB0-1340-C83669F1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5D03B-EC18-9731-309E-81D7EB34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36497-3381-E93E-EFC6-9BA6B9BC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279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9688-49B1-830A-2510-C5ED0432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45931-0CE3-AB8B-0AC2-4B40788BA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5FBDD-8E84-313D-88D9-7772CE3AA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A4D73-47C7-FFBD-2111-F958123E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80E9A-F757-F6D6-FE9F-1A62004A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6A443-6261-82CA-1A01-E4809DD5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464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3A9B-BA43-E1B4-0AB4-3CD0ECB5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7F31F-48E2-C510-09EE-AFDAAF9BB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38E04-2442-26A7-996A-F9A3AE59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460CF-B318-2B3A-C18F-E52DB37B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B69A-DF72-C5FD-D612-F111FFCC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2724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5D1D0-CB87-4A35-DFE4-5619DB013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588CE-4309-5AE9-3A1C-B36C3FDA1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60499-AE34-1433-968E-348E1924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2E44C-223C-158B-BE5D-57F37763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A74DB-4C3F-8DAF-C0BD-7D324C97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366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38007-0AF1-BF04-C5C6-8806705A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FEEAD-805E-0200-BF0D-2A7AD104E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0F374-02E0-3A99-FBD4-48DA3B2C8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0B458-DF2D-4377-B596-A538AE2C74CA}" type="datetimeFigureOut">
              <a:rPr lang="en-MY" smtClean="0"/>
              <a:t>21/10/2024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09861-0EE4-537F-6185-930CAB936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9C9B-AAC4-4BE9-72DB-2D8FA995E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6A5D2-9261-4BBF-BE32-67E46347CA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1051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74598-6687-FCA7-57AE-EC60EAD4F810}"/>
              </a:ext>
            </a:extLst>
          </p:cNvPr>
          <p:cNvSpPr txBox="1"/>
          <p:nvPr/>
        </p:nvSpPr>
        <p:spPr>
          <a:xfrm>
            <a:off x="247454" y="167773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callMe(int n) {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cout &lt;&lt; n &lt;&lt; " ";</a:t>
            </a:r>
          </a:p>
          <a:p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247454" y="3244334"/>
            <a:ext cx="148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  <a:endParaRPr lang="en-M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C3037-AAC6-61C5-5C53-289137DE5EE5}"/>
              </a:ext>
            </a:extLst>
          </p:cNvPr>
          <p:cNvSpPr txBox="1"/>
          <p:nvPr/>
        </p:nvSpPr>
        <p:spPr>
          <a:xfrm>
            <a:off x="1961758" y="2413337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3)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CB5373-CF23-9AF3-F840-BEF91F115772}"/>
              </a:ext>
            </a:extLst>
          </p:cNvPr>
          <p:cNvCxnSpPr>
            <a:cxnSpLocks/>
          </p:cNvCxnSpPr>
          <p:nvPr/>
        </p:nvCxnSpPr>
        <p:spPr>
          <a:xfrm>
            <a:off x="3867740" y="3857625"/>
            <a:ext cx="1027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105017-7917-5288-6FE8-D712A7769C7D}"/>
              </a:ext>
            </a:extLst>
          </p:cNvPr>
          <p:cNvSpPr txBox="1"/>
          <p:nvPr/>
        </p:nvSpPr>
        <p:spPr>
          <a:xfrm>
            <a:off x="4895065" y="2920498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cout &lt;&lt; 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014F31-C349-B23D-F8AB-A52C2FDB6C04}"/>
              </a:ext>
            </a:extLst>
          </p:cNvPr>
          <p:cNvCxnSpPr>
            <a:cxnSpLocks/>
          </p:cNvCxnSpPr>
          <p:nvPr/>
        </p:nvCxnSpPr>
        <p:spPr>
          <a:xfrm>
            <a:off x="6802225" y="4362450"/>
            <a:ext cx="1027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1534704" y="3457574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78F127-ECF0-AE34-B90B-32FD74B41D4A}"/>
              </a:ext>
            </a:extLst>
          </p:cNvPr>
          <p:cNvSpPr txBox="1"/>
          <p:nvPr/>
        </p:nvSpPr>
        <p:spPr>
          <a:xfrm>
            <a:off x="7828372" y="3244334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cout &lt;&lt; 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 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callMe(2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4AC8FCAC-E388-1D5E-22D2-BF4ABCD48EF6}"/>
              </a:ext>
            </a:extLst>
          </p:cNvPr>
          <p:cNvSpPr/>
          <p:nvPr/>
        </p:nvSpPr>
        <p:spPr>
          <a:xfrm>
            <a:off x="10542604" y="3287480"/>
            <a:ext cx="1485900" cy="507161"/>
          </a:xfrm>
          <a:prstGeom prst="wedgeRoundRectCallout">
            <a:avLst>
              <a:gd name="adj1" fmla="val -121473"/>
              <a:gd name="adj2" fmla="val 9442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Reach the terminal case</a:t>
            </a:r>
          </a:p>
        </p:txBody>
      </p: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54E24E7D-9034-81C8-75A0-943AFFEFCB6A}"/>
              </a:ext>
            </a:extLst>
          </p:cNvPr>
          <p:cNvSpPr/>
          <p:nvPr/>
        </p:nvSpPr>
        <p:spPr>
          <a:xfrm>
            <a:off x="4610100" y="1437613"/>
            <a:ext cx="1485900" cy="507161"/>
          </a:xfrm>
          <a:prstGeom prst="wedgeRoundRectCallout">
            <a:avLst>
              <a:gd name="adj1" fmla="val -97755"/>
              <a:gd name="adj2" fmla="val 208992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B273D47C-6A9C-D8C8-2A95-78B097AB8D5D}"/>
              </a:ext>
            </a:extLst>
          </p:cNvPr>
          <p:cNvSpPr/>
          <p:nvPr/>
        </p:nvSpPr>
        <p:spPr>
          <a:xfrm>
            <a:off x="6934987" y="1926567"/>
            <a:ext cx="1485900" cy="507161"/>
          </a:xfrm>
          <a:prstGeom prst="wedgeRoundRectCallout">
            <a:avLst>
              <a:gd name="adj1" fmla="val -69550"/>
              <a:gd name="adj2" fmla="val 18457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0 1</a:t>
            </a: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B4CC9613-6632-DEB5-EB7A-BD9DB86510F5}"/>
              </a:ext>
            </a:extLst>
          </p:cNvPr>
          <p:cNvSpPr/>
          <p:nvPr/>
        </p:nvSpPr>
        <p:spPr>
          <a:xfrm>
            <a:off x="9868294" y="2433728"/>
            <a:ext cx="1485900" cy="507161"/>
          </a:xfrm>
          <a:prstGeom prst="wedgeRoundRectCallout">
            <a:avLst>
              <a:gd name="adj1" fmla="val -65062"/>
              <a:gd name="adj2" fmla="val 15264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0 1 2</a:t>
            </a:r>
          </a:p>
        </p:txBody>
      </p:sp>
    </p:spTree>
    <p:extLst>
      <p:ext uri="{BB962C8B-B14F-4D97-AF65-F5344CB8AC3E}">
        <p14:creationId xmlns:p14="http://schemas.microsoft.com/office/powerpoint/2010/main" val="291055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74598-6687-FCA7-57AE-EC60EAD4F810}"/>
              </a:ext>
            </a:extLst>
          </p:cNvPr>
          <p:cNvSpPr txBox="1"/>
          <p:nvPr/>
        </p:nvSpPr>
        <p:spPr>
          <a:xfrm>
            <a:off x="247454" y="167773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callMe(int n) {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cout &lt;&lt; n &lt;&lt; " ";</a:t>
            </a:r>
          </a:p>
          <a:p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247454" y="3244334"/>
            <a:ext cx="148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  <a:endParaRPr lang="en-M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C3037-AAC6-61C5-5C53-289137DE5EE5}"/>
              </a:ext>
            </a:extLst>
          </p:cNvPr>
          <p:cNvSpPr txBox="1"/>
          <p:nvPr/>
        </p:nvSpPr>
        <p:spPr>
          <a:xfrm>
            <a:off x="1962150" y="3287480"/>
            <a:ext cx="161060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CB5373-CF23-9AF3-F840-BEF91F115772}"/>
              </a:ext>
            </a:extLst>
          </p:cNvPr>
          <p:cNvCxnSpPr>
            <a:cxnSpLocks/>
          </p:cNvCxnSpPr>
          <p:nvPr/>
        </p:nvCxnSpPr>
        <p:spPr>
          <a:xfrm flipV="1">
            <a:off x="3572759" y="3457574"/>
            <a:ext cx="469965" cy="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105017-7917-5288-6FE8-D712A7769C7D}"/>
              </a:ext>
            </a:extLst>
          </p:cNvPr>
          <p:cNvSpPr txBox="1"/>
          <p:nvPr/>
        </p:nvSpPr>
        <p:spPr>
          <a:xfrm>
            <a:off x="4042724" y="3307847"/>
            <a:ext cx="163771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014F31-C349-B23D-F8AB-A52C2FDB6C04}"/>
              </a:ext>
            </a:extLst>
          </p:cNvPr>
          <p:cNvCxnSpPr>
            <a:cxnSpLocks/>
          </p:cNvCxnSpPr>
          <p:nvPr/>
        </p:nvCxnSpPr>
        <p:spPr>
          <a:xfrm>
            <a:off x="5680434" y="3482339"/>
            <a:ext cx="1027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1534704" y="3457574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78F127-ECF0-AE34-B90B-32FD74B41D4A}"/>
              </a:ext>
            </a:extLst>
          </p:cNvPr>
          <p:cNvSpPr txBox="1"/>
          <p:nvPr/>
        </p:nvSpPr>
        <p:spPr>
          <a:xfrm>
            <a:off x="6707759" y="3113007"/>
            <a:ext cx="180582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if 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 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4AC8FCAC-E388-1D5E-22D2-BF4ABCD48EF6}"/>
              </a:ext>
            </a:extLst>
          </p:cNvPr>
          <p:cNvSpPr/>
          <p:nvPr/>
        </p:nvSpPr>
        <p:spPr>
          <a:xfrm>
            <a:off x="9241705" y="2582631"/>
            <a:ext cx="1485900" cy="507161"/>
          </a:xfrm>
          <a:prstGeom prst="wedgeRoundRectCallout">
            <a:avLst>
              <a:gd name="adj1" fmla="val -121473"/>
              <a:gd name="adj2" fmla="val 9442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Reach the terminal case</a:t>
            </a:r>
          </a:p>
        </p:txBody>
      </p: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54E24E7D-9034-81C8-75A0-943AFFEFCB6A}"/>
              </a:ext>
            </a:extLst>
          </p:cNvPr>
          <p:cNvSpPr/>
          <p:nvPr/>
        </p:nvSpPr>
        <p:spPr>
          <a:xfrm>
            <a:off x="3299774" y="1982548"/>
            <a:ext cx="1485900" cy="507161"/>
          </a:xfrm>
          <a:prstGeom prst="wedgeRoundRectCallout">
            <a:avLst>
              <a:gd name="adj1" fmla="val -97755"/>
              <a:gd name="adj2" fmla="val 208992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B273D47C-6A9C-D8C8-2A95-78B097AB8D5D}"/>
              </a:ext>
            </a:extLst>
          </p:cNvPr>
          <p:cNvSpPr/>
          <p:nvPr/>
        </p:nvSpPr>
        <p:spPr>
          <a:xfrm>
            <a:off x="5200455" y="2021868"/>
            <a:ext cx="1485900" cy="507161"/>
          </a:xfrm>
          <a:prstGeom prst="wedgeRoundRectCallout">
            <a:avLst>
              <a:gd name="adj1" fmla="val -75894"/>
              <a:gd name="adj2" fmla="val 20130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0 1</a:t>
            </a: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B4CC9613-6632-DEB5-EB7A-BD9DB86510F5}"/>
              </a:ext>
            </a:extLst>
          </p:cNvPr>
          <p:cNvSpPr/>
          <p:nvPr/>
        </p:nvSpPr>
        <p:spPr>
          <a:xfrm>
            <a:off x="7409075" y="2032328"/>
            <a:ext cx="1485900" cy="507161"/>
          </a:xfrm>
          <a:prstGeom prst="wedgeRoundRectCallout">
            <a:avLst>
              <a:gd name="adj1" fmla="val -65062"/>
              <a:gd name="adj2" fmla="val 15264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0 1 2</a:t>
            </a:r>
          </a:p>
        </p:txBody>
      </p:sp>
    </p:spTree>
    <p:extLst>
      <p:ext uri="{BB962C8B-B14F-4D97-AF65-F5344CB8AC3E}">
        <p14:creationId xmlns:p14="http://schemas.microsoft.com/office/powerpoint/2010/main" val="134371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74598-6687-FCA7-57AE-EC60EAD4F810}"/>
              </a:ext>
            </a:extLst>
          </p:cNvPr>
          <p:cNvSpPr txBox="1"/>
          <p:nvPr/>
        </p:nvSpPr>
        <p:spPr>
          <a:xfrm>
            <a:off x="247454" y="167773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callMe(int n)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n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247454" y="3244334"/>
            <a:ext cx="148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  <a:endParaRPr lang="en-MY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1612377" y="3494988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D1EB19-81AF-A6AA-BCB2-95EB022AC04A}"/>
              </a:ext>
            </a:extLst>
          </p:cNvPr>
          <p:cNvSpPr txBox="1"/>
          <p:nvPr/>
        </p:nvSpPr>
        <p:spPr>
          <a:xfrm>
            <a:off x="2039823" y="2627578"/>
            <a:ext cx="218338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516252-1923-534D-AAE2-34323D115EAF}"/>
              </a:ext>
            </a:extLst>
          </p:cNvPr>
          <p:cNvCxnSpPr>
            <a:cxnSpLocks/>
          </p:cNvCxnSpPr>
          <p:nvPr/>
        </p:nvCxnSpPr>
        <p:spPr>
          <a:xfrm>
            <a:off x="3949831" y="3613666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C4A0FC-BD64-BA1A-2B0A-9AF286311A38}"/>
              </a:ext>
            </a:extLst>
          </p:cNvPr>
          <p:cNvSpPr txBox="1"/>
          <p:nvPr/>
        </p:nvSpPr>
        <p:spPr>
          <a:xfrm>
            <a:off x="4722830" y="2627578"/>
            <a:ext cx="228128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FCF666-8537-8786-A319-58C2A6D2EA6C}"/>
              </a:ext>
            </a:extLst>
          </p:cNvPr>
          <p:cNvCxnSpPr>
            <a:cxnSpLocks/>
          </p:cNvCxnSpPr>
          <p:nvPr/>
        </p:nvCxnSpPr>
        <p:spPr>
          <a:xfrm>
            <a:off x="6628614" y="3657438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D702B2-3938-6F0C-A9F5-82CDCFEFDEF5}"/>
              </a:ext>
            </a:extLst>
          </p:cNvPr>
          <p:cNvSpPr txBox="1"/>
          <p:nvPr/>
        </p:nvSpPr>
        <p:spPr>
          <a:xfrm>
            <a:off x="7401612" y="2641775"/>
            <a:ext cx="228128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8EACE9CD-3920-E4B0-3F13-C83969883C46}"/>
              </a:ext>
            </a:extLst>
          </p:cNvPr>
          <p:cNvSpPr/>
          <p:nvPr/>
        </p:nvSpPr>
        <p:spPr>
          <a:xfrm>
            <a:off x="10278654" y="2495628"/>
            <a:ext cx="1485900" cy="507161"/>
          </a:xfrm>
          <a:prstGeom prst="wedgeRoundRectCallout">
            <a:avLst>
              <a:gd name="adj1" fmla="val -121473"/>
              <a:gd name="adj2" fmla="val 9442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Reach the terminal case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2FA9F71-05DF-41FF-FBAF-5A768D7EB8D6}"/>
              </a:ext>
            </a:extLst>
          </p:cNvPr>
          <p:cNvSpPr/>
          <p:nvPr/>
        </p:nvSpPr>
        <p:spPr>
          <a:xfrm>
            <a:off x="1721718" y="3221610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1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FB9BBC1-FA1C-4F26-A4B0-9C5DEBDC68C3}"/>
              </a:ext>
            </a:extLst>
          </p:cNvPr>
          <p:cNvSpPr/>
          <p:nvPr/>
        </p:nvSpPr>
        <p:spPr>
          <a:xfrm>
            <a:off x="4333923" y="3391293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2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F8DA485-9841-BE54-8B51-B2B36A1C0CE6}"/>
              </a:ext>
            </a:extLst>
          </p:cNvPr>
          <p:cNvSpPr/>
          <p:nvPr/>
        </p:nvSpPr>
        <p:spPr>
          <a:xfrm>
            <a:off x="6796726" y="3391293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3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5372CC46-CA69-1075-4199-1E38F3BF6DB8}"/>
              </a:ext>
            </a:extLst>
          </p:cNvPr>
          <p:cNvSpPr/>
          <p:nvPr/>
        </p:nvSpPr>
        <p:spPr>
          <a:xfrm>
            <a:off x="8542255" y="5281929"/>
            <a:ext cx="1485900" cy="507161"/>
          </a:xfrm>
          <a:prstGeom prst="wedgeRoundRectCallout">
            <a:avLst>
              <a:gd name="adj1" fmla="val -67937"/>
              <a:gd name="adj2" fmla="val -16461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2789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74598-6687-FCA7-57AE-EC60EAD4F810}"/>
              </a:ext>
            </a:extLst>
          </p:cNvPr>
          <p:cNvSpPr txBox="1"/>
          <p:nvPr/>
        </p:nvSpPr>
        <p:spPr>
          <a:xfrm>
            <a:off x="247454" y="167773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callMe(int n)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n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247454" y="3244334"/>
            <a:ext cx="148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  <a:endParaRPr lang="en-MY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1612377" y="3494988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D1EB19-81AF-A6AA-BCB2-95EB022AC04A}"/>
              </a:ext>
            </a:extLst>
          </p:cNvPr>
          <p:cNvSpPr txBox="1"/>
          <p:nvPr/>
        </p:nvSpPr>
        <p:spPr>
          <a:xfrm>
            <a:off x="2039823" y="2627578"/>
            <a:ext cx="218338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516252-1923-534D-AAE2-34323D115EAF}"/>
              </a:ext>
            </a:extLst>
          </p:cNvPr>
          <p:cNvCxnSpPr>
            <a:cxnSpLocks/>
          </p:cNvCxnSpPr>
          <p:nvPr/>
        </p:nvCxnSpPr>
        <p:spPr>
          <a:xfrm>
            <a:off x="3949831" y="3613666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C4A0FC-BD64-BA1A-2B0A-9AF286311A38}"/>
              </a:ext>
            </a:extLst>
          </p:cNvPr>
          <p:cNvSpPr txBox="1"/>
          <p:nvPr/>
        </p:nvSpPr>
        <p:spPr>
          <a:xfrm>
            <a:off x="4722830" y="2627578"/>
            <a:ext cx="228128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FCF666-8537-8786-A319-58C2A6D2EA6C}"/>
              </a:ext>
            </a:extLst>
          </p:cNvPr>
          <p:cNvCxnSpPr>
            <a:cxnSpLocks/>
          </p:cNvCxnSpPr>
          <p:nvPr/>
        </p:nvCxnSpPr>
        <p:spPr>
          <a:xfrm>
            <a:off x="6628614" y="3657438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D702B2-3938-6F0C-A9F5-82CDCFEFDEF5}"/>
              </a:ext>
            </a:extLst>
          </p:cNvPr>
          <p:cNvSpPr txBox="1"/>
          <p:nvPr/>
        </p:nvSpPr>
        <p:spPr>
          <a:xfrm>
            <a:off x="7401612" y="2641775"/>
            <a:ext cx="228128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void callMe(2) {</a:t>
            </a:r>
            <a:b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if (2 == 2) { 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  callMe(2 + 1);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  cout &lt;&lt; 2 &lt;&lt; " ";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8EACE9CD-3920-E4B0-3F13-C83969883C46}"/>
              </a:ext>
            </a:extLst>
          </p:cNvPr>
          <p:cNvSpPr/>
          <p:nvPr/>
        </p:nvSpPr>
        <p:spPr>
          <a:xfrm>
            <a:off x="10278654" y="2495628"/>
            <a:ext cx="1485900" cy="507161"/>
          </a:xfrm>
          <a:prstGeom prst="wedgeRoundRectCallout">
            <a:avLst>
              <a:gd name="adj1" fmla="val -121473"/>
              <a:gd name="adj2" fmla="val 9442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Reach the terminal case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2FA9F71-05DF-41FF-FBAF-5A768D7EB8D6}"/>
              </a:ext>
            </a:extLst>
          </p:cNvPr>
          <p:cNvSpPr/>
          <p:nvPr/>
        </p:nvSpPr>
        <p:spPr>
          <a:xfrm>
            <a:off x="1721718" y="3221610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1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FB9BBC1-FA1C-4F26-A4B0-9C5DEBDC68C3}"/>
              </a:ext>
            </a:extLst>
          </p:cNvPr>
          <p:cNvSpPr/>
          <p:nvPr/>
        </p:nvSpPr>
        <p:spPr>
          <a:xfrm>
            <a:off x="4333923" y="3391293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2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F8DA485-9841-BE54-8B51-B2B36A1C0CE6}"/>
              </a:ext>
            </a:extLst>
          </p:cNvPr>
          <p:cNvSpPr/>
          <p:nvPr/>
        </p:nvSpPr>
        <p:spPr>
          <a:xfrm>
            <a:off x="6796726" y="3391293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3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5372CC46-CA69-1075-4199-1E38F3BF6DB8}"/>
              </a:ext>
            </a:extLst>
          </p:cNvPr>
          <p:cNvSpPr/>
          <p:nvPr/>
        </p:nvSpPr>
        <p:spPr>
          <a:xfrm>
            <a:off x="8542255" y="5281929"/>
            <a:ext cx="1485900" cy="507161"/>
          </a:xfrm>
          <a:prstGeom prst="wedgeRoundRectCallout">
            <a:avLst>
              <a:gd name="adj1" fmla="val -67937"/>
              <a:gd name="adj2" fmla="val -16461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4E5B3E4-2766-81D4-1EFA-5B1CD762280A}"/>
              </a:ext>
            </a:extLst>
          </p:cNvPr>
          <p:cNvCxnSpPr>
            <a:stCxn id="12" idx="2"/>
            <a:endCxn id="6" idx="2"/>
          </p:cNvCxnSpPr>
          <p:nvPr/>
        </p:nvCxnSpPr>
        <p:spPr>
          <a:xfrm rot="5400000" flipH="1">
            <a:off x="7195765" y="3326611"/>
            <a:ext cx="14197" cy="2678782"/>
          </a:xfrm>
          <a:prstGeom prst="bentConnector3">
            <a:avLst>
              <a:gd name="adj1" fmla="val -1610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C97C23B-88EA-B1F9-11C9-EC4D4ED8819C}"/>
              </a:ext>
            </a:extLst>
          </p:cNvPr>
          <p:cNvSpPr/>
          <p:nvPr/>
        </p:nvSpPr>
        <p:spPr>
          <a:xfrm>
            <a:off x="6929486" y="4952245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4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87E0603A-AA54-908D-A0FB-50717EF2CB71}"/>
              </a:ext>
            </a:extLst>
          </p:cNvPr>
          <p:cNvSpPr/>
          <p:nvPr/>
        </p:nvSpPr>
        <p:spPr>
          <a:xfrm>
            <a:off x="4484555" y="5420984"/>
            <a:ext cx="1485900" cy="507161"/>
          </a:xfrm>
          <a:prstGeom prst="wedgeRoundRectCallout">
            <a:avLst>
              <a:gd name="adj1" fmla="val 3118"/>
              <a:gd name="adj2" fmla="val -19621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2 1</a:t>
            </a:r>
          </a:p>
        </p:txBody>
      </p:sp>
    </p:spTree>
    <p:extLst>
      <p:ext uri="{BB962C8B-B14F-4D97-AF65-F5344CB8AC3E}">
        <p14:creationId xmlns:p14="http://schemas.microsoft.com/office/powerpoint/2010/main" val="5918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74598-6687-FCA7-57AE-EC60EAD4F810}"/>
              </a:ext>
            </a:extLst>
          </p:cNvPr>
          <p:cNvSpPr txBox="1"/>
          <p:nvPr/>
        </p:nvSpPr>
        <p:spPr>
          <a:xfrm>
            <a:off x="247454" y="167773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callMe(int n)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n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247454" y="3244334"/>
            <a:ext cx="148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  <a:endParaRPr lang="en-MY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1612377" y="3494988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D1EB19-81AF-A6AA-BCB2-95EB022AC04A}"/>
              </a:ext>
            </a:extLst>
          </p:cNvPr>
          <p:cNvSpPr txBox="1"/>
          <p:nvPr/>
        </p:nvSpPr>
        <p:spPr>
          <a:xfrm>
            <a:off x="2039823" y="2627578"/>
            <a:ext cx="218338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516252-1923-534D-AAE2-34323D115EAF}"/>
              </a:ext>
            </a:extLst>
          </p:cNvPr>
          <p:cNvCxnSpPr>
            <a:cxnSpLocks/>
          </p:cNvCxnSpPr>
          <p:nvPr/>
        </p:nvCxnSpPr>
        <p:spPr>
          <a:xfrm>
            <a:off x="3949831" y="3613666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C4A0FC-BD64-BA1A-2B0A-9AF286311A38}"/>
              </a:ext>
            </a:extLst>
          </p:cNvPr>
          <p:cNvSpPr txBox="1"/>
          <p:nvPr/>
        </p:nvSpPr>
        <p:spPr>
          <a:xfrm>
            <a:off x="4722830" y="2627578"/>
            <a:ext cx="228128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void callMe(1) {</a:t>
            </a:r>
            <a:b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if (1 == 2) { 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  callMe(1 + 1);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  cout &lt;&lt; 1 &lt;&lt; " ";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FCF666-8537-8786-A319-58C2A6D2EA6C}"/>
              </a:ext>
            </a:extLst>
          </p:cNvPr>
          <p:cNvCxnSpPr>
            <a:cxnSpLocks/>
          </p:cNvCxnSpPr>
          <p:nvPr/>
        </p:nvCxnSpPr>
        <p:spPr>
          <a:xfrm>
            <a:off x="6628614" y="3657438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D702B2-3938-6F0C-A9F5-82CDCFEFDEF5}"/>
              </a:ext>
            </a:extLst>
          </p:cNvPr>
          <p:cNvSpPr txBox="1"/>
          <p:nvPr/>
        </p:nvSpPr>
        <p:spPr>
          <a:xfrm>
            <a:off x="7401612" y="2641775"/>
            <a:ext cx="228128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void callMe(2) {</a:t>
            </a:r>
            <a:b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if (2 == 2) { 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  callMe(2 + 1);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  cout &lt;&lt; 2 &lt;&lt; " ";</a:t>
            </a:r>
          </a:p>
          <a:p>
            <a:r>
              <a:rPr lang="en-US" sz="1400" b="0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8EACE9CD-3920-E4B0-3F13-C83969883C46}"/>
              </a:ext>
            </a:extLst>
          </p:cNvPr>
          <p:cNvSpPr/>
          <p:nvPr/>
        </p:nvSpPr>
        <p:spPr>
          <a:xfrm>
            <a:off x="10278654" y="2495628"/>
            <a:ext cx="1485900" cy="507161"/>
          </a:xfrm>
          <a:prstGeom prst="wedgeRoundRectCallout">
            <a:avLst>
              <a:gd name="adj1" fmla="val -121473"/>
              <a:gd name="adj2" fmla="val 9442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Reach the terminal case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2FA9F71-05DF-41FF-FBAF-5A768D7EB8D6}"/>
              </a:ext>
            </a:extLst>
          </p:cNvPr>
          <p:cNvSpPr/>
          <p:nvPr/>
        </p:nvSpPr>
        <p:spPr>
          <a:xfrm>
            <a:off x="1721718" y="3221610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1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FB9BBC1-FA1C-4F26-A4B0-9C5DEBDC68C3}"/>
              </a:ext>
            </a:extLst>
          </p:cNvPr>
          <p:cNvSpPr/>
          <p:nvPr/>
        </p:nvSpPr>
        <p:spPr>
          <a:xfrm>
            <a:off x="4333923" y="3391293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2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F8DA485-9841-BE54-8B51-B2B36A1C0CE6}"/>
              </a:ext>
            </a:extLst>
          </p:cNvPr>
          <p:cNvSpPr/>
          <p:nvPr/>
        </p:nvSpPr>
        <p:spPr>
          <a:xfrm>
            <a:off x="6796726" y="3391293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3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5372CC46-CA69-1075-4199-1E38F3BF6DB8}"/>
              </a:ext>
            </a:extLst>
          </p:cNvPr>
          <p:cNvSpPr/>
          <p:nvPr/>
        </p:nvSpPr>
        <p:spPr>
          <a:xfrm>
            <a:off x="8542255" y="5281929"/>
            <a:ext cx="1485900" cy="507161"/>
          </a:xfrm>
          <a:prstGeom prst="wedgeRoundRectCallout">
            <a:avLst>
              <a:gd name="adj1" fmla="val -67937"/>
              <a:gd name="adj2" fmla="val -16461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4E5B3E4-2766-81D4-1EFA-5B1CD762280A}"/>
              </a:ext>
            </a:extLst>
          </p:cNvPr>
          <p:cNvCxnSpPr>
            <a:stCxn id="12" idx="2"/>
            <a:endCxn id="6" idx="2"/>
          </p:cNvCxnSpPr>
          <p:nvPr/>
        </p:nvCxnSpPr>
        <p:spPr>
          <a:xfrm rot="5400000" flipH="1">
            <a:off x="7195765" y="3326611"/>
            <a:ext cx="14197" cy="2678782"/>
          </a:xfrm>
          <a:prstGeom prst="bentConnector3">
            <a:avLst>
              <a:gd name="adj1" fmla="val -1610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C97C23B-88EA-B1F9-11C9-EC4D4ED8819C}"/>
              </a:ext>
            </a:extLst>
          </p:cNvPr>
          <p:cNvSpPr/>
          <p:nvPr/>
        </p:nvSpPr>
        <p:spPr>
          <a:xfrm>
            <a:off x="6929486" y="4952245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4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87E0603A-AA54-908D-A0FB-50717EF2CB71}"/>
              </a:ext>
            </a:extLst>
          </p:cNvPr>
          <p:cNvSpPr/>
          <p:nvPr/>
        </p:nvSpPr>
        <p:spPr>
          <a:xfrm>
            <a:off x="4484555" y="5420984"/>
            <a:ext cx="1485900" cy="507161"/>
          </a:xfrm>
          <a:prstGeom prst="wedgeRoundRectCallout">
            <a:avLst>
              <a:gd name="adj1" fmla="val 3118"/>
              <a:gd name="adj2" fmla="val -19621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2 1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49890B9-6B1D-778C-4661-9892677EEC72}"/>
              </a:ext>
            </a:extLst>
          </p:cNvPr>
          <p:cNvCxnSpPr>
            <a:cxnSpLocks/>
            <a:stCxn id="10" idx="4"/>
            <a:endCxn id="2" idx="2"/>
          </p:cNvCxnSpPr>
          <p:nvPr/>
        </p:nvCxnSpPr>
        <p:spPr>
          <a:xfrm rot="5400000" flipH="1">
            <a:off x="4192403" y="3598017"/>
            <a:ext cx="20546" cy="2142319"/>
          </a:xfrm>
          <a:prstGeom prst="bentConnector3">
            <a:avLst>
              <a:gd name="adj1" fmla="val -108796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4C8F3C1B-5522-973B-F380-044B31411ED1}"/>
              </a:ext>
            </a:extLst>
          </p:cNvPr>
          <p:cNvSpPr/>
          <p:nvPr/>
        </p:nvSpPr>
        <p:spPr>
          <a:xfrm>
            <a:off x="4014140" y="4983688"/>
            <a:ext cx="207390" cy="20739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5</a:t>
            </a: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5CBA5381-2E81-57BC-5FE7-9836ABB64687}"/>
              </a:ext>
            </a:extLst>
          </p:cNvPr>
          <p:cNvSpPr/>
          <p:nvPr/>
        </p:nvSpPr>
        <p:spPr>
          <a:xfrm>
            <a:off x="1825413" y="5420984"/>
            <a:ext cx="1485900" cy="507161"/>
          </a:xfrm>
          <a:prstGeom prst="wedgeRoundRectCallout">
            <a:avLst>
              <a:gd name="adj1" fmla="val 3118"/>
              <a:gd name="adj2" fmla="val -196213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2 1 0</a:t>
            </a:r>
          </a:p>
        </p:txBody>
      </p:sp>
    </p:spTree>
    <p:extLst>
      <p:ext uri="{BB962C8B-B14F-4D97-AF65-F5344CB8AC3E}">
        <p14:creationId xmlns:p14="http://schemas.microsoft.com/office/powerpoint/2010/main" val="1707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247454" y="3244334"/>
            <a:ext cx="1487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  <a:endParaRPr lang="en-M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C3037-AAC6-61C5-5C53-289137DE5EE5}"/>
              </a:ext>
            </a:extLst>
          </p:cNvPr>
          <p:cNvSpPr txBox="1"/>
          <p:nvPr/>
        </p:nvSpPr>
        <p:spPr>
          <a:xfrm>
            <a:off x="1962150" y="3287480"/>
            <a:ext cx="161060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CB5373-CF23-9AF3-F840-BEF91F115772}"/>
              </a:ext>
            </a:extLst>
          </p:cNvPr>
          <p:cNvCxnSpPr>
            <a:cxnSpLocks/>
          </p:cNvCxnSpPr>
          <p:nvPr/>
        </p:nvCxnSpPr>
        <p:spPr>
          <a:xfrm flipV="1">
            <a:off x="3572759" y="3457574"/>
            <a:ext cx="469965" cy="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105017-7917-5288-6FE8-D712A7769C7D}"/>
              </a:ext>
            </a:extLst>
          </p:cNvPr>
          <p:cNvSpPr txBox="1"/>
          <p:nvPr/>
        </p:nvSpPr>
        <p:spPr>
          <a:xfrm>
            <a:off x="4042724" y="3307847"/>
            <a:ext cx="163771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callMe(</a:t>
            </a:r>
            <a:r>
              <a:rPr lang="en-US" sz="1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014F31-C349-B23D-F8AB-A52C2FDB6C04}"/>
              </a:ext>
            </a:extLst>
          </p:cNvPr>
          <p:cNvCxnSpPr>
            <a:cxnSpLocks/>
          </p:cNvCxnSpPr>
          <p:nvPr/>
        </p:nvCxnSpPr>
        <p:spPr>
          <a:xfrm>
            <a:off x="5680434" y="3482339"/>
            <a:ext cx="1027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1534704" y="3457574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78F127-ECF0-AE34-B90B-32FD74B41D4A}"/>
              </a:ext>
            </a:extLst>
          </p:cNvPr>
          <p:cNvSpPr txBox="1"/>
          <p:nvPr/>
        </p:nvSpPr>
        <p:spPr>
          <a:xfrm>
            <a:off x="6707759" y="3113007"/>
            <a:ext cx="180582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if 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 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4AC8FCAC-E388-1D5E-22D2-BF4ABCD48EF6}"/>
              </a:ext>
            </a:extLst>
          </p:cNvPr>
          <p:cNvSpPr/>
          <p:nvPr/>
        </p:nvSpPr>
        <p:spPr>
          <a:xfrm>
            <a:off x="9241705" y="2582631"/>
            <a:ext cx="1485900" cy="507161"/>
          </a:xfrm>
          <a:prstGeom prst="wedgeRoundRectCallout">
            <a:avLst>
              <a:gd name="adj1" fmla="val -121473"/>
              <a:gd name="adj2" fmla="val 9442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>
                <a:solidFill>
                  <a:schemeClr val="tx1"/>
                </a:solidFill>
              </a:rPr>
              <a:t>Reach the terminal case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25146-EE1A-EE24-1838-B2707AC5CF54}"/>
              </a:ext>
            </a:extLst>
          </p:cNvPr>
          <p:cNvSpPr txBox="1"/>
          <p:nvPr/>
        </p:nvSpPr>
        <p:spPr>
          <a:xfrm>
            <a:off x="134333" y="133873"/>
            <a:ext cx="2552307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callMe(int n)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2)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do nothing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cout &lt;&lt; n &lt;&lt; " ";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5B692D4-9204-F5E0-E212-B83BBF469CF0}"/>
              </a:ext>
            </a:extLst>
          </p:cNvPr>
          <p:cNvSpPr/>
          <p:nvPr/>
        </p:nvSpPr>
        <p:spPr>
          <a:xfrm>
            <a:off x="8306585" y="4424090"/>
            <a:ext cx="1485900" cy="477848"/>
          </a:xfrm>
          <a:prstGeom prst="wedgeRoundRectCallout">
            <a:avLst>
              <a:gd name="adj1" fmla="val -67937"/>
              <a:gd name="adj2" fmla="val -16461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41A4105-477B-33E5-CD1C-DED1F9B73E4F}"/>
              </a:ext>
            </a:extLst>
          </p:cNvPr>
          <p:cNvCxnSpPr>
            <a:cxnSpLocks/>
            <a:stCxn id="23" idx="2"/>
            <a:endCxn id="19" idx="2"/>
          </p:cNvCxnSpPr>
          <p:nvPr/>
        </p:nvCxnSpPr>
        <p:spPr>
          <a:xfrm rot="5400000" flipH="1">
            <a:off x="6118101" y="2359103"/>
            <a:ext cx="236047" cy="2749091"/>
          </a:xfrm>
          <a:prstGeom prst="bentConnector3">
            <a:avLst>
              <a:gd name="adj1" fmla="val -968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0670C06-EF06-4C67-0A68-25B9FBE5ABF2}"/>
              </a:ext>
            </a:extLst>
          </p:cNvPr>
          <p:cNvSpPr/>
          <p:nvPr/>
        </p:nvSpPr>
        <p:spPr>
          <a:xfrm>
            <a:off x="4750224" y="4354290"/>
            <a:ext cx="1485900" cy="477848"/>
          </a:xfrm>
          <a:prstGeom prst="wedgeRoundRectCallout">
            <a:avLst>
              <a:gd name="adj1" fmla="val -70475"/>
              <a:gd name="adj2" fmla="val -20209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2 1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DC54444-76F5-96E6-1386-0B9AA5BAEFC5}"/>
              </a:ext>
            </a:extLst>
          </p:cNvPr>
          <p:cNvCxnSpPr>
            <a:cxnSpLocks/>
            <a:stCxn id="12" idx="4"/>
            <a:endCxn id="8" idx="2"/>
          </p:cNvCxnSpPr>
          <p:nvPr/>
        </p:nvCxnSpPr>
        <p:spPr>
          <a:xfrm rot="5400000" flipH="1">
            <a:off x="3590600" y="2772113"/>
            <a:ext cx="32241" cy="1678531"/>
          </a:xfrm>
          <a:prstGeom prst="bentConnector3">
            <a:avLst>
              <a:gd name="adj1" fmla="val -13168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EBDEF198-96A7-401E-9B06-ABBD11EBFFBA}"/>
              </a:ext>
            </a:extLst>
          </p:cNvPr>
          <p:cNvSpPr/>
          <p:nvPr/>
        </p:nvSpPr>
        <p:spPr>
          <a:xfrm>
            <a:off x="1534704" y="4593214"/>
            <a:ext cx="1485900" cy="477848"/>
          </a:xfrm>
          <a:prstGeom prst="wedgeRoundRectCallout">
            <a:avLst>
              <a:gd name="adj1" fmla="val 3752"/>
              <a:gd name="adj2" fmla="val -257334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1400" dirty="0">
                <a:solidFill>
                  <a:schemeClr val="tx1"/>
                </a:solidFill>
              </a:rPr>
              <a:t>Output:</a:t>
            </a:r>
          </a:p>
          <a:p>
            <a:r>
              <a:rPr lang="en-MY" sz="1400" dirty="0">
                <a:solidFill>
                  <a:schemeClr val="tx1"/>
                </a:solidFill>
              </a:rPr>
              <a:t>2 1 0</a:t>
            </a:r>
          </a:p>
        </p:txBody>
      </p:sp>
    </p:spTree>
    <p:extLst>
      <p:ext uri="{BB962C8B-B14F-4D97-AF65-F5344CB8AC3E}">
        <p14:creationId xmlns:p14="http://schemas.microsoft.com/office/powerpoint/2010/main" val="227132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2FD470-A799-3395-E927-221E51036D0A}"/>
              </a:ext>
            </a:extLst>
          </p:cNvPr>
          <p:cNvSpPr txBox="1"/>
          <p:nvPr/>
        </p:nvSpPr>
        <p:spPr>
          <a:xfrm>
            <a:off x="134333" y="2537324"/>
            <a:ext cx="21940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nt num = callMe(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cout &lt;&lt; num;</a:t>
            </a:r>
            <a:endParaRPr lang="en-MY" sz="1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05577D-E7DE-B556-7A56-C5340F6CE347}"/>
              </a:ext>
            </a:extLst>
          </p:cNvPr>
          <p:cNvCxnSpPr>
            <a:cxnSpLocks/>
          </p:cNvCxnSpPr>
          <p:nvPr/>
        </p:nvCxnSpPr>
        <p:spPr>
          <a:xfrm>
            <a:off x="2253006" y="2721990"/>
            <a:ext cx="42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C025146-EE1A-EE24-1838-B2707AC5CF54}"/>
              </a:ext>
            </a:extLst>
          </p:cNvPr>
          <p:cNvSpPr txBox="1"/>
          <p:nvPr/>
        </p:nvSpPr>
        <p:spPr>
          <a:xfrm>
            <a:off x="134333" y="133873"/>
            <a:ext cx="3051927" cy="16004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int callMe(int n)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(n == 4)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 n;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return n * callMe(n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F7167-C960-D67F-4FCF-F91672BCB753}"/>
              </a:ext>
            </a:extLst>
          </p:cNvPr>
          <p:cNvSpPr txBox="1"/>
          <p:nvPr/>
        </p:nvSpPr>
        <p:spPr>
          <a:xfrm>
            <a:off x="2680452" y="2537324"/>
            <a:ext cx="1610609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24</a:t>
            </a:r>
            <a:endParaRPr lang="en-US" sz="14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BBC16-C738-E66D-B6D3-8BE352052511}"/>
              </a:ext>
            </a:extLst>
          </p:cNvPr>
          <p:cNvSpPr txBox="1"/>
          <p:nvPr/>
        </p:nvSpPr>
        <p:spPr>
          <a:xfrm>
            <a:off x="1239134" y="3429000"/>
            <a:ext cx="3051927" cy="16004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int callMe(int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if 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== 4) {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 n;</a:t>
            </a:r>
            <a:b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 else { 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return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3217E8-F2C6-35E9-AD69-824F89CEA1F0}"/>
              </a:ext>
            </a:extLst>
          </p:cNvPr>
          <p:cNvCxnSpPr>
            <a:cxnSpLocks/>
          </p:cNvCxnSpPr>
          <p:nvPr/>
        </p:nvCxnSpPr>
        <p:spPr>
          <a:xfrm>
            <a:off x="4144896" y="4424371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D7CB7C-4EDD-1CA1-1AFD-89BF59E5D3B5}"/>
              </a:ext>
            </a:extLst>
          </p:cNvPr>
          <p:cNvSpPr txBox="1"/>
          <p:nvPr/>
        </p:nvSpPr>
        <p:spPr>
          <a:xfrm>
            <a:off x="4907066" y="4281002"/>
            <a:ext cx="30519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+ 1);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E48FD3-844D-ABC6-E413-6455EF15B7C7}"/>
              </a:ext>
            </a:extLst>
          </p:cNvPr>
          <p:cNvCxnSpPr>
            <a:cxnSpLocks/>
          </p:cNvCxnSpPr>
          <p:nvPr/>
        </p:nvCxnSpPr>
        <p:spPr>
          <a:xfrm>
            <a:off x="7958993" y="4383107"/>
            <a:ext cx="77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EF2417-82B8-6BF6-8C03-E2DF30EDA501}"/>
              </a:ext>
            </a:extLst>
          </p:cNvPr>
          <p:cNvSpPr txBox="1"/>
          <p:nvPr/>
        </p:nvSpPr>
        <p:spPr>
          <a:xfrm>
            <a:off x="8639122" y="4229219"/>
            <a:ext cx="30519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ABE068-F898-8660-9EEB-0D9895BF1863}"/>
              </a:ext>
            </a:extLst>
          </p:cNvPr>
          <p:cNvCxnSpPr>
            <a:cxnSpLocks/>
          </p:cNvCxnSpPr>
          <p:nvPr/>
        </p:nvCxnSpPr>
        <p:spPr>
          <a:xfrm flipH="1" flipV="1">
            <a:off x="9653047" y="3367756"/>
            <a:ext cx="512039" cy="861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E75AE1-F075-7FEA-1BEB-3887EA17C9DA}"/>
              </a:ext>
            </a:extLst>
          </p:cNvPr>
          <p:cNvSpPr txBox="1"/>
          <p:nvPr/>
        </p:nvSpPr>
        <p:spPr>
          <a:xfrm>
            <a:off x="6601119" y="3136703"/>
            <a:ext cx="30519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CDAF1B-855A-4674-E7D9-65F3C3BA973F}"/>
              </a:ext>
            </a:extLst>
          </p:cNvPr>
          <p:cNvSpPr txBox="1"/>
          <p:nvPr/>
        </p:nvSpPr>
        <p:spPr>
          <a:xfrm>
            <a:off x="4988745" y="2246237"/>
            <a:ext cx="30519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66F185-CFB9-417F-1BC2-A4338247E392}"/>
              </a:ext>
            </a:extLst>
          </p:cNvPr>
          <p:cNvCxnSpPr>
            <a:cxnSpLocks/>
          </p:cNvCxnSpPr>
          <p:nvPr/>
        </p:nvCxnSpPr>
        <p:spPr>
          <a:xfrm flipH="1" flipV="1">
            <a:off x="7958993" y="2537324"/>
            <a:ext cx="593718" cy="613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D1CA7F-00C5-DE56-1046-859405C5EC2F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>
            <a:off x="4291061" y="2400126"/>
            <a:ext cx="697684" cy="29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54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5469</TotalTime>
  <Words>1022</Words>
  <Application>Microsoft Office PowerPoint</Application>
  <PresentationFormat>Widescreen</PresentationFormat>
  <Paragraphs>205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RAZAK SAMINGAN</dc:creator>
  <cp:lastModifiedBy>Afiq Danial</cp:lastModifiedBy>
  <cp:revision>17</cp:revision>
  <dcterms:created xsi:type="dcterms:W3CDTF">2024-10-16T07:46:54Z</dcterms:created>
  <dcterms:modified xsi:type="dcterms:W3CDTF">2024-10-21T02:20:00Z</dcterms:modified>
</cp:coreProperties>
</file>