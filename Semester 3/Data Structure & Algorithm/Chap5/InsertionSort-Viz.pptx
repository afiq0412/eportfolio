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F5B8-158A-1B86-51C3-DD2BCF9F1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AA9E4-EF22-F1B7-BE48-F3B777589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85980-E785-0A88-624F-D26D5C3A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613DB-580C-1EED-B53E-06B7063B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6CFB4-760D-FE5E-1701-91C4737D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093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D5DB-DC40-0D2C-2281-8081DFD86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AFB9-A4BE-B9B2-BD00-28994E06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8F4CF-6530-FDD5-F638-5B4F74CF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0FE5B-A12C-6685-CEC2-368088F7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1E6B-D8CA-0886-D8C0-FEAD094D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811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691A-1F17-4565-D40A-76149224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669B0-FF16-8AC4-20F2-DDB3C75A8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91F40-056D-B2D7-C416-A3356BE68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7616-9C20-ECAF-9CB0-D6794EFBC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D828E-D12D-D562-B331-E1367F31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141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71A7-36A6-B502-7B0C-DA251E1A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8998-A159-A3FB-4226-B950514A5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CF522-9CAA-E847-5398-3D81C5588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B3394-6336-CBC4-C5CB-3623EA7E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98888-4766-9ECC-181F-62F8759D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8522B-BFC8-C0D7-51D7-AE55F9EA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39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B28E-017B-1836-C0E5-306B98F3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FA28-0ACE-BC21-7E28-839D1C74E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4D0BE-B3FD-BF5C-12C6-18FD56B8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6DB95-E9BA-090D-A14D-3355DA2FC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4F7CE-7C3D-AD9A-B200-F93482DCF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33F2F-4EBB-25D5-6D3A-55EDBF4C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751C0-9752-6BE2-C158-65534009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93533-2AA4-37BB-DA42-90DDC115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1050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C89B-65A8-328E-A8DB-75D693E3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41C86-4380-6263-3D0C-1B10317B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C10E5-59A0-AAC8-27D9-249A302A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497B6-2DBF-0C13-AD43-4A628BDB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982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34A0C-73FF-7CD3-5506-90D34853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A6D05-CCB2-9ACE-7AA7-6CDEE6CD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63517-A0EA-2D40-E804-738613DA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298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D9F4-8B4D-2EBD-1DD6-67DD9D83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6A176-F235-3619-83A2-E58C25550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31935-22C6-304E-B2C2-EC4ED4668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80F3F-03EB-AB79-7CFB-1FB6889D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E966B-552E-284E-E19F-BA45DFC6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C3A2-4732-7FC9-E6F7-C8C4B2CC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1796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0BA4-116E-4719-C73D-5E1D8FCD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BD4E0-7807-B16C-1161-A9FDD20F6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7877B-79E9-0654-0D7F-3B593256A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57FC8-625D-5D40-9023-25090D93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47C77-2279-2309-0FE8-AE8673ACD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AA751-B3C5-4FF5-C275-FA11DFC6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066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8C6F-4868-BDB4-A034-9B0D149A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F68CE-B723-C5E5-AD23-86112F363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0D64-E332-409A-A36A-F31E147A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38AF-F3FB-4A87-14C0-B5D8729F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8C35E-06C7-FCEF-148A-712A75EA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766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55009-4AB2-BC52-D9DE-A1A3A16F4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7048D-91F8-1C3C-89CD-B14E5437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94835-BD79-E85E-B76F-908AE05B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D59C-FF1F-F317-AEA1-70CD4FC7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9458-8792-3FA7-B08F-DC44E521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301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1208-83D6-5D1A-2561-ADD7A5BD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2D5F7-C464-119C-BA0C-E02FD9E04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37A2-60FD-2921-8A69-25E226953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E106F-600F-4431-BB74-A652167164EC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870-BD43-6B1E-AC10-A7ED4E4D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CEE78-12F0-E979-2B76-6E78478FE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41513-C5C1-4F5D-9C84-A41C3A557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161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1DF910-CE0C-E6CA-5D8A-0E8D1126A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MY" dirty="0"/>
              <a:t>Insertion Sort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2999089-8DF1-C7C3-4159-24BF5B3B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MY" dirty="0"/>
              <a:t>VIZ.</a:t>
            </a:r>
          </a:p>
        </p:txBody>
      </p:sp>
    </p:spTree>
    <p:extLst>
      <p:ext uri="{BB962C8B-B14F-4D97-AF65-F5344CB8AC3E}">
        <p14:creationId xmlns:p14="http://schemas.microsoft.com/office/powerpoint/2010/main" val="210016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67039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???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A64845-CAD8-929F-AC2E-5EA96D825ACD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083858" y="3636064"/>
            <a:ext cx="2516842" cy="48410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8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24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09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74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32538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C1B52AC-ECD4-67E7-E6F7-C843286375D8}"/>
              </a:ext>
            </a:extLst>
          </p:cNvPr>
          <p:cNvCxnSpPr>
            <a:cxnSpLocks/>
          </p:cNvCxnSpPr>
          <p:nvPr/>
        </p:nvCxnSpPr>
        <p:spPr>
          <a:xfrm>
            <a:off x="4867275" y="3619500"/>
            <a:ext cx="71437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4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695825" y="1985333"/>
            <a:ext cx="469026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029325" y="1744482"/>
            <a:ext cx="92889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36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609041" y="1985333"/>
            <a:ext cx="1555810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838700" y="1744482"/>
            <a:ext cx="2119515" cy="131367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98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609041" y="1985333"/>
            <a:ext cx="1555810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838700" y="1744482"/>
            <a:ext cx="2119515" cy="131367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659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609041" y="1985333"/>
            <a:ext cx="1555810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838700" y="1744482"/>
            <a:ext cx="2119515" cy="131367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084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59053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609041" y="1985333"/>
            <a:ext cx="1555810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23376" y="1281264"/>
            <a:ext cx="370911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838700" y="1744482"/>
            <a:ext cx="2119515" cy="131367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4285F83-99C1-FA19-A66B-C3105579FB9F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83858" y="3657600"/>
            <a:ext cx="1450042" cy="46257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76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6637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4285F83-99C1-FA19-A66B-C3105579FB9F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083858" y="3648075"/>
            <a:ext cx="3574117" cy="47209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70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6637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8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6637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840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6637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357E59-AE7D-050A-C414-967AFBA257A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83858" y="3648075"/>
            <a:ext cx="3564592" cy="47209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60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1683624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103326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D6F0F3-E778-75B0-17E5-EE0DF3F56987}"/>
              </a:ext>
            </a:extLst>
          </p:cNvPr>
          <p:cNvCxnSpPr>
            <a:cxnSpLocks/>
          </p:cNvCxnSpPr>
          <p:nvPr/>
        </p:nvCxnSpPr>
        <p:spPr>
          <a:xfrm flipH="1">
            <a:off x="3083858" y="3686175"/>
            <a:ext cx="4717117" cy="43399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12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1683624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103326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67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1683624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103326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326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94333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1683624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103326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4D8FBB5-4CCB-689E-C2DF-2D6C270E6347}"/>
              </a:ext>
            </a:extLst>
          </p:cNvPr>
          <p:cNvCxnSpPr>
            <a:cxnSpLocks/>
          </p:cNvCxnSpPr>
          <p:nvPr/>
        </p:nvCxnSpPr>
        <p:spPr>
          <a:xfrm>
            <a:off x="7100730" y="3626299"/>
            <a:ext cx="66214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740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1683624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103326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697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628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773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485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39043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5F24017-0A5F-818A-6048-12EAB6547105}"/>
              </a:ext>
            </a:extLst>
          </p:cNvPr>
          <p:cNvCxnSpPr>
            <a:cxnSpLocks/>
          </p:cNvCxnSpPr>
          <p:nvPr/>
        </p:nvCxnSpPr>
        <p:spPr>
          <a:xfrm>
            <a:off x="5956733" y="3617413"/>
            <a:ext cx="701242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95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164851" y="1985333"/>
            <a:ext cx="569199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958215" y="1744482"/>
            <a:ext cx="0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38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05350" y="1985333"/>
            <a:ext cx="459501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</a:t>
            </a:r>
            <a:r>
              <a:rPr lang="nn-NO" dirty="0">
                <a:highlight>
                  <a:srgbClr val="00FFFF"/>
                </a:highlight>
              </a:rPr>
              <a:t>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823376" y="1744482"/>
            <a:ext cx="1134839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759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05350" y="1985333"/>
            <a:ext cx="459501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>
                <a:highlight>
                  <a:srgbClr val="00FFFF"/>
                </a:highlight>
              </a:rPr>
              <a:t>while ( (insertIndex &gt; 0) &amp;&amp; (data[insertIndex -1] &gt; item) ) {</a:t>
            </a:r>
            <a:endParaRPr lang="nn-NO" dirty="0">
              <a:highlight>
                <a:srgbClr val="00FFFF"/>
              </a:highlight>
            </a:endParaRPr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823376" y="1744482"/>
            <a:ext cx="1134839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936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05350" y="1985333"/>
            <a:ext cx="459501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823376" y="1744482"/>
            <a:ext cx="1134839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450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875080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05350" y="1985333"/>
            <a:ext cx="459501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>
                <a:highlight>
                  <a:srgbClr val="00FFFF"/>
                </a:highlight>
              </a:rPr>
              <a:t>data[insertIndex] = item;</a:t>
            </a:r>
            <a:endParaRPr lang="en-MY" dirty="0">
              <a:highlight>
                <a:srgbClr val="00FFF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823376" y="1744482"/>
            <a:ext cx="1134839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C29BDD8-29BB-5274-25DC-F95FF76619FF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83858" y="3695700"/>
            <a:ext cx="2516842" cy="42447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43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274C2B-FA08-06EF-4224-98388140B8E5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FEF307-B270-E729-A4EF-0F510B6D7E31}"/>
              </a:ext>
            </a:extLst>
          </p:cNvPr>
          <p:cNvSpPr txBox="1"/>
          <p:nvPr/>
        </p:nvSpPr>
        <p:spPr>
          <a:xfrm>
            <a:off x="4372969" y="1616001"/>
            <a:ext cx="158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 - 1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DE9E4-0C5B-8D51-53B3-B4D6EB3A87F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05350" y="1985333"/>
            <a:ext cx="459501" cy="100551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BEAC65-B70E-0E9B-5FC2-E4841FBF118E}"/>
              </a:ext>
            </a:extLst>
          </p:cNvPr>
          <p:cNvSpPr txBox="1"/>
          <p:nvPr/>
        </p:nvSpPr>
        <p:spPr>
          <a:xfrm>
            <a:off x="5823376" y="911932"/>
            <a:ext cx="74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0C0AE7-A01B-C426-7313-8D18D504A5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94287" y="1281264"/>
            <a:ext cx="1540013" cy="170958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A0668D-D0DC-EE69-B11F-FAF626CF4479}"/>
              </a:ext>
            </a:extLst>
          </p:cNvPr>
          <p:cNvSpPr txBox="1"/>
          <p:nvPr/>
        </p:nvSpPr>
        <p:spPr>
          <a:xfrm>
            <a:off x="592865" y="3935506"/>
            <a:ext cx="24909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dirty="0"/>
              <a:t>item = data[pass] =&gt;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08254-6803-7CED-8424-7C2D6F9EE89F}"/>
              </a:ext>
            </a:extLst>
          </p:cNvPr>
          <p:cNvSpPr txBox="1"/>
          <p:nvPr/>
        </p:nvSpPr>
        <p:spPr>
          <a:xfrm>
            <a:off x="3048000" y="4583390"/>
            <a:ext cx="6096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MY" dirty="0"/>
              <a:t>while ( (insertIndex &gt; 0) &amp;&amp; (data[insertIndex -1] &gt; item) ) {</a:t>
            </a:r>
            <a:endParaRPr lang="nn-NO" dirty="0"/>
          </a:p>
          <a:p>
            <a:r>
              <a:rPr lang="nn-NO" dirty="0"/>
              <a:t>       data[insertIndex] = data[insertIndex -1]; </a:t>
            </a:r>
          </a:p>
          <a:p>
            <a:r>
              <a:rPr lang="nn-NO" dirty="0"/>
              <a:t>       insertIndex --;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data[insertIndex] = item;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AC197-CD33-E27E-ECE8-1C9FB2BE3814}"/>
              </a:ext>
            </a:extLst>
          </p:cNvPr>
          <p:cNvSpPr txBox="1"/>
          <p:nvPr/>
        </p:nvSpPr>
        <p:spPr>
          <a:xfrm>
            <a:off x="6327644" y="1375150"/>
            <a:ext cx="12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insertIndex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EF88D-F61D-C33A-0846-A7B369FAF72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823376" y="1744482"/>
            <a:ext cx="1134839" cy="12463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99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1860</Words>
  <Application>Microsoft Office PowerPoint</Application>
  <PresentationFormat>Widescreen</PresentationFormat>
  <Paragraphs>524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Insertion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Insertion Sort</dc:title>
  <dc:creator>MOHD RAZAK SAMINGAN</dc:creator>
  <cp:lastModifiedBy>MOHD RAZAK SAMINGAN</cp:lastModifiedBy>
  <cp:revision>12</cp:revision>
  <dcterms:created xsi:type="dcterms:W3CDTF">2023-11-08T01:22:58Z</dcterms:created>
  <dcterms:modified xsi:type="dcterms:W3CDTF">2023-11-08T08:02:15Z</dcterms:modified>
</cp:coreProperties>
</file>