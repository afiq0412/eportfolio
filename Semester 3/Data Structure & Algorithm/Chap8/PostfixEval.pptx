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C477-E620-B99F-279A-AAAA6BBCB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6B002-1C2B-CA0F-995D-5A20D5160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19DDA-991F-00B6-96C4-F86062A1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F462-6197-40A7-94A2-AB0D89ACF1AB}" type="datetimeFigureOut">
              <a:rPr lang="en-MY" smtClean="0"/>
              <a:t>1/1/2024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CEE24-AA3C-347C-3958-E2596915F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E7F20-FE93-9B16-985E-8824CA3B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80FE-5109-4FDA-A4AD-D10A4B1A6E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8057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2DC3-B13A-F256-EAE0-71A1BE91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038D0-B754-FF1B-17FC-E03F0F1D4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93D49-A527-0E6A-EA42-F75F93B4F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F462-6197-40A7-94A2-AB0D89ACF1AB}" type="datetimeFigureOut">
              <a:rPr lang="en-MY" smtClean="0"/>
              <a:t>1/1/2024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989C8-08B2-0B99-FDEB-3C70F6190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56CF7-1B04-17E9-710B-EE9ECAB7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80FE-5109-4FDA-A4AD-D10A4B1A6E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8641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22FE9-C951-2488-B4C3-B71EDCDD0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4BD1C-280F-D53B-3979-238A7DF6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BFC69-AA41-3854-C245-8B8BFA42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F462-6197-40A7-94A2-AB0D89ACF1AB}" type="datetimeFigureOut">
              <a:rPr lang="en-MY" smtClean="0"/>
              <a:t>1/1/2024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D1420-32AE-4F03-36F5-3CC1199B6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DDB8A-E05E-CBF3-91C7-37653403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80FE-5109-4FDA-A4AD-D10A4B1A6E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13751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0206-C076-E738-0D18-4C1DBA6DB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587EB-8992-6D77-C5B3-7B265731B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302FC-FA90-E8AE-50B5-1F2660CB1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9CCDC-F0E0-591B-D026-4A7D2B7F5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F462-6197-40A7-94A2-AB0D89ACF1AB}" type="datetimeFigureOut">
              <a:rPr lang="en-MY" smtClean="0"/>
              <a:t>1/1/2024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E1342-5DA5-98F6-C51A-C6DD12DD7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E23D4-1E9A-1B25-4710-E13B0CB4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80FE-5109-4FDA-A4AD-D10A4B1A6E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86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B712-1937-B83D-2226-09F9DE7B0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B80B-4517-7729-D914-B2A5A3E91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7A8AA-93EE-70F7-573D-DD96E4FC4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A76F70-ECCA-4240-4432-49944AC99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12AEB-8057-A80A-D41E-53AEB74F2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02570-B375-6B70-5022-DE023200D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F462-6197-40A7-94A2-AB0D89ACF1AB}" type="datetimeFigureOut">
              <a:rPr lang="en-MY" smtClean="0"/>
              <a:t>1/1/2024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B311B-C89A-3086-95A2-01A4CA838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25C9E4-C472-2B9F-9B7C-1E809918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80FE-5109-4FDA-A4AD-D10A4B1A6E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5298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2A84-3004-C35D-2ECD-A3746530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5314C-AF8B-1A9C-0519-127C24A6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F462-6197-40A7-94A2-AB0D89ACF1AB}" type="datetimeFigureOut">
              <a:rPr lang="en-MY" smtClean="0"/>
              <a:t>1/1/2024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32497-23E7-8FB3-40C0-FF5C3979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CEE17-B737-90ED-B756-A98398CEA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80FE-5109-4FDA-A4AD-D10A4B1A6E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29810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C0AE6-2978-4CA5-B110-BB1B25AB1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F462-6197-40A7-94A2-AB0D89ACF1AB}" type="datetimeFigureOut">
              <a:rPr lang="en-MY" smtClean="0"/>
              <a:t>1/1/2024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876681-31CB-337D-E04B-2EC09BA9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CAF8E-1D59-432B-5F97-EF682549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80FE-5109-4FDA-A4AD-D10A4B1A6E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2013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607AA-2297-219C-2E8F-69272E66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5E005-F120-7152-7BB4-4C66D8528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0A7F3-3768-9D95-80B6-F7351F289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46495-39D6-B2D7-43D6-63C55BE9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F462-6197-40A7-94A2-AB0D89ACF1AB}" type="datetimeFigureOut">
              <a:rPr lang="en-MY" smtClean="0"/>
              <a:t>1/1/2024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719D1-265A-DB0E-F71A-73FA7FC34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EE8E7-E5AC-8820-AA99-ABF7F7902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80FE-5109-4FDA-A4AD-D10A4B1A6E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680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873D2-9A79-33C8-A3AE-07072A20B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F07CD-1680-5AF9-4462-CB10A034D0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9A3AA-DFDA-A797-B36E-4BDD3677A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84741-64FE-16D0-2D86-E5B7AF25D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F462-6197-40A7-94A2-AB0D89ACF1AB}" type="datetimeFigureOut">
              <a:rPr lang="en-MY" smtClean="0"/>
              <a:t>1/1/2024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4FAA7-4AA6-C56F-1115-6941D056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7373C-704B-512F-DB43-0731300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80FE-5109-4FDA-A4AD-D10A4B1A6E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35930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55862-F775-9E2F-AF66-9C807F8E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5ACC5-4905-1A6B-78F9-FB0B01480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B6262-5A92-DCCE-038A-ECB4C9E6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F462-6197-40A7-94A2-AB0D89ACF1AB}" type="datetimeFigureOut">
              <a:rPr lang="en-MY" smtClean="0"/>
              <a:t>1/1/2024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80EBB-4DE9-5F0D-5386-DF430E96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16087-7C4C-F0DC-A97D-46E7E0CF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80FE-5109-4FDA-A4AD-D10A4B1A6E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5518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734763-3552-26AA-E843-DF9D163B0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9DB08-D2C0-2BFD-6D18-1D1A405BD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EAA47-445D-3C9E-7C76-4B6BE057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F462-6197-40A7-94A2-AB0D89ACF1AB}" type="datetimeFigureOut">
              <a:rPr lang="en-MY" smtClean="0"/>
              <a:t>1/1/2024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7344B-733C-D061-2AEE-31A53529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A0C29-2589-1CF5-B23A-8D046D80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80FE-5109-4FDA-A4AD-D10A4B1A6E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17249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EE601E-AC32-F7AC-B5A4-50484B360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92334-FC23-E082-1E5D-716F6DAE1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295E6-B2F7-C3C4-5532-7C501395E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CF462-6197-40A7-94A2-AB0D89ACF1AB}" type="datetimeFigureOut">
              <a:rPr lang="en-MY" smtClean="0"/>
              <a:t>1/1/2024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F9F59-A5D8-C664-C2B5-1CBBA3A7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CF72D-67BF-9C75-99D4-BD93948F8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280FE-5109-4FDA-A4AD-D10A4B1A6E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43063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8CFE3B-0CC9-F3AD-3D0D-5665BCD22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405403"/>
              </p:ext>
            </p:extLst>
          </p:nvPr>
        </p:nvGraphicFramePr>
        <p:xfrm>
          <a:off x="1888565" y="1730487"/>
          <a:ext cx="6547223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317">
                  <a:extLst>
                    <a:ext uri="{9D8B030D-6E8A-4147-A177-3AD203B41FA5}">
                      <a16:colId xmlns:a16="http://schemas.microsoft.com/office/drawing/2014/main" val="1584086351"/>
                    </a:ext>
                  </a:extLst>
                </a:gridCol>
                <a:gridCol w="624969">
                  <a:extLst>
                    <a:ext uri="{9D8B030D-6E8A-4147-A177-3AD203B41FA5}">
                      <a16:colId xmlns:a16="http://schemas.microsoft.com/office/drawing/2014/main" val="119954008"/>
                    </a:ext>
                  </a:extLst>
                </a:gridCol>
                <a:gridCol w="755596">
                  <a:extLst>
                    <a:ext uri="{9D8B030D-6E8A-4147-A177-3AD203B41FA5}">
                      <a16:colId xmlns:a16="http://schemas.microsoft.com/office/drawing/2014/main" val="1525228789"/>
                    </a:ext>
                  </a:extLst>
                </a:gridCol>
                <a:gridCol w="797859">
                  <a:extLst>
                    <a:ext uri="{9D8B030D-6E8A-4147-A177-3AD203B41FA5}">
                      <a16:colId xmlns:a16="http://schemas.microsoft.com/office/drawing/2014/main" val="3037318413"/>
                    </a:ext>
                  </a:extLst>
                </a:gridCol>
                <a:gridCol w="887506">
                  <a:extLst>
                    <a:ext uri="{9D8B030D-6E8A-4147-A177-3AD203B41FA5}">
                      <a16:colId xmlns:a16="http://schemas.microsoft.com/office/drawing/2014/main" val="657229870"/>
                    </a:ext>
                  </a:extLst>
                </a:gridCol>
                <a:gridCol w="842682">
                  <a:extLst>
                    <a:ext uri="{9D8B030D-6E8A-4147-A177-3AD203B41FA5}">
                      <a16:colId xmlns:a16="http://schemas.microsoft.com/office/drawing/2014/main" val="2807077581"/>
                    </a:ext>
                  </a:extLst>
                </a:gridCol>
                <a:gridCol w="941294">
                  <a:extLst>
                    <a:ext uri="{9D8B030D-6E8A-4147-A177-3AD203B41FA5}">
                      <a16:colId xmlns:a16="http://schemas.microsoft.com/office/drawing/2014/main" val="369459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Postfix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Oprt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Oprn1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Oprn2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020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MY" dirty="0"/>
                        <a:t>1 2 + 3 * 4 2 / +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36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MY" dirty="0"/>
                        <a:t>2 + 3 * 4 2 / +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18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MY" dirty="0"/>
                        <a:t>+ 3 * 4 2 / +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1 2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01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MY" dirty="0"/>
                        <a:t>3 * 4 2 / +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76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MY" dirty="0"/>
                        <a:t>* 4 2 / +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3 3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036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MY" dirty="0"/>
                        <a:t>4 2 / +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380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MY" dirty="0"/>
                        <a:t>2 / +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9 4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00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MY" dirty="0"/>
                        <a:t>/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9 </a:t>
                      </a:r>
                      <a:r>
                        <a:rPr lang="en-MY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MY" dirty="0"/>
                        <a:t> </a:t>
                      </a:r>
                      <a:r>
                        <a:rPr lang="en-MY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20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MY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9 </a:t>
                      </a:r>
                      <a:r>
                        <a:rPr lang="en-MY" dirty="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0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49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5936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502D2CE-5529-556A-741C-A444CA49765C}"/>
              </a:ext>
            </a:extLst>
          </p:cNvPr>
          <p:cNvSpPr txBox="1"/>
          <p:nvPr/>
        </p:nvSpPr>
        <p:spPr>
          <a:xfrm>
            <a:off x="1888565" y="573741"/>
            <a:ext cx="31590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Infix =&gt; (1 + 2) * 3  + 4 / 2 =&gt; 11</a:t>
            </a:r>
          </a:p>
          <a:p>
            <a:r>
              <a:rPr lang="en-MY" dirty="0"/>
              <a:t>Postfix =&gt; 1 2 + 3 * 4 2 / + =&gt; 11</a:t>
            </a:r>
          </a:p>
          <a:p>
            <a:r>
              <a:rPr lang="en-MY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65536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121</Words>
  <Application>Microsoft Office PowerPoint</Application>
  <PresentationFormat>Widescreen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RAZAK SAMINGAN</dc:creator>
  <cp:lastModifiedBy>MOHD RAZAK SAMINGAN</cp:lastModifiedBy>
  <cp:revision>5</cp:revision>
  <dcterms:created xsi:type="dcterms:W3CDTF">2024-01-01T03:45:39Z</dcterms:created>
  <dcterms:modified xsi:type="dcterms:W3CDTF">2024-01-01T04:06:26Z</dcterms:modified>
</cp:coreProperties>
</file>