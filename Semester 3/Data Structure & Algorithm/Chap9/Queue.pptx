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2695-2176-3B0D-7AE3-578A4D664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A5596-7DD4-63B6-F94F-14D00C14C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7513-87CE-290C-E991-12A36439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6E2D-7BED-2EB9-3335-0732529B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58BA2-6505-8F18-A4F4-5F704DC3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550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3BD0-F1D5-8091-B479-1F14BBEF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945B-BDD9-576D-E406-303C904FF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A7A92-AD53-8A21-6DE1-5C0A52A8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49FE7-CBF0-6AB8-7DEE-AE9CFF10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4CA4D-237A-071D-43B7-CD6F3C7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6743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A8FB-1C30-BE6F-58BF-522441FB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4B4C0-FFBC-9283-B988-94B4ED553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62AF2-7ADC-D7BB-9FC9-43283012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DCF2-BCE7-5748-E4F3-407D1AA6A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D76F-89BA-1CEB-8001-B8CFAF4F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474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0D19-190A-8831-EF40-F80423F9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9E38-BC93-785B-16CD-290C0E7F7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39768-0E76-BA71-4FF1-4B38C7CB9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917CD-0227-4C31-0925-8B5B3358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88F32-3999-BA11-CC5C-CD1FD413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D7824-FDD3-8D93-F82D-5DF3C7BD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671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D8BB-967F-8D27-E802-01AEAAAE0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B02E-A457-62D6-EF1F-CDE44ABBF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53024-EDAD-5058-5DF7-F4173BE34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0F50B-86D3-949C-D22B-5A3F2AF47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F498B-2E2E-FACD-3792-EB826B32F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5F2F4-154E-6996-74A5-1581ED66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0A374-24F4-D3AE-A7BE-C6EADBF3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57C47-E359-D72F-0210-66DC736D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027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17E8-A477-415F-DE5D-350DB599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71961-9B36-6728-DD4F-F9128A70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5320A-1979-F7F7-7A89-84958A63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C3C57-517C-985F-5297-2D5ECEE4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682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1B726-091B-77A5-DDA1-CB5E555B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09AA2-E37F-6736-D7DD-6AC7D535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E4F49-A245-F880-C203-8B0E5775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341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CCA6-BE8A-9104-5540-672441D6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D224-DE17-B6E9-AB8E-B360F80C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F2467-D80B-6B53-62F0-B1ACA9AAB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8A948-14D1-FB7B-7F07-404B92B5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73D7C-216D-377B-606B-2D75E099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48003-4D8C-B7B0-0203-E80A0509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011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6507-37DF-D9ED-BB94-DBE9ED03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CD7EF-954B-CFD5-33DA-2F357709C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271BD-4A6E-C076-90F6-2A5289BA1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F1282-7462-B24A-EEC0-C8D85D85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4AAA4-7489-F911-9109-61C9F9C1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AF118-57C4-24ED-9C7F-168D1523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965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CCBD-9D67-667A-893A-D52E81EE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C5434-EFC2-046A-DEE6-4F00CA4FC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44153-46DA-5CDB-65DE-B5977627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283F4-B0B7-D975-60DD-DA48A601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6E3B7-2A8C-81B9-1498-68F979C1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627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D6E59-9FBD-D266-F4FA-B4095D423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7D6B8-FF9F-1DEC-6339-DC428CFF7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BE0D6-FD09-22F9-07DA-1683FBF5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D9D9-7F6A-B42F-8A34-DA9E22E6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D441-E372-3348-C5D7-81D395D5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3812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AC39F9-037C-C53A-4448-A251D17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DB4D2-6302-F6F1-D54F-2F3D43D65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571C7-CBA3-8964-ABBD-79F650BE3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33A92-853C-4EC9-89A1-ECE82FAC6220}" type="datetimeFigureOut">
              <a:rPr lang="en-MY" smtClean="0"/>
              <a:t>30/12/2024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37D6B-A8C5-36B9-7E04-FB1A9F7A8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3117-7135-B13D-BCE5-19D8CC495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1750F-DA42-4A89-88A3-E19F8EAD90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679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BBBA08-2AB5-18DF-D20F-7662806B2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010316"/>
              </p:ext>
            </p:extLst>
          </p:nvPr>
        </p:nvGraphicFramePr>
        <p:xfrm>
          <a:off x="2324002" y="206269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36615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9967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432482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296253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7668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58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307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D63FA7-101F-C9EF-1E62-0D61E8C7D09B}"/>
              </a:ext>
            </a:extLst>
          </p:cNvPr>
          <p:cNvSpPr txBox="1"/>
          <p:nvPr/>
        </p:nvSpPr>
        <p:spPr>
          <a:xfrm>
            <a:off x="2608901" y="3429000"/>
            <a:ext cx="9883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front = 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C2DBAE-8B5D-E770-D172-5BEA1203259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3103074" y="2849985"/>
            <a:ext cx="1" cy="57901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6A5EF7-6BF0-B072-E791-5266B72D997F}"/>
              </a:ext>
            </a:extLst>
          </p:cNvPr>
          <p:cNvSpPr txBox="1"/>
          <p:nvPr/>
        </p:nvSpPr>
        <p:spPr>
          <a:xfrm>
            <a:off x="5907587" y="993005"/>
            <a:ext cx="9573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back = 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55AEFD-8E48-734C-D846-7DA81554BAF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386244" y="1362337"/>
            <a:ext cx="0" cy="66264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80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4704-07CC-DF10-E500-77EE861E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FB1FC-D19C-BED4-2BEE-B10CEA9E7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55242"/>
              </p:ext>
            </p:extLst>
          </p:nvPr>
        </p:nvGraphicFramePr>
        <p:xfrm>
          <a:off x="2305148" y="122370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36615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9967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432482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296253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7668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58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307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EF4FF3-EFB5-68AA-5ECA-949D5BDDBF5F}"/>
              </a:ext>
            </a:extLst>
          </p:cNvPr>
          <p:cNvSpPr txBox="1"/>
          <p:nvPr/>
        </p:nvSpPr>
        <p:spPr>
          <a:xfrm>
            <a:off x="2580315" y="2593257"/>
            <a:ext cx="9883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front = 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3662BF-6EE4-ECE6-A89A-41E516C67D04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3074488" y="2014242"/>
            <a:ext cx="1" cy="57901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065291-302F-5939-B12B-08F8D4C95BE7}"/>
              </a:ext>
            </a:extLst>
          </p:cNvPr>
          <p:cNvSpPr txBox="1"/>
          <p:nvPr/>
        </p:nvSpPr>
        <p:spPr>
          <a:xfrm>
            <a:off x="4289321" y="272878"/>
            <a:ext cx="9573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back =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8A6D15-2941-1A8C-8845-BB57812BD57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767978" y="642210"/>
            <a:ext cx="0" cy="57049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DEE90B-E171-1B1B-E961-B3A256F46E58}"/>
              </a:ext>
            </a:extLst>
          </p:cNvPr>
          <p:cNvSpPr txBox="1"/>
          <p:nvPr/>
        </p:nvSpPr>
        <p:spPr>
          <a:xfrm>
            <a:off x="368420" y="475923"/>
            <a:ext cx="10590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count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5ADD4-C47A-26BF-495D-8E153200030A}"/>
              </a:ext>
            </a:extLst>
          </p:cNvPr>
          <p:cNvSpPr txBox="1"/>
          <p:nvPr/>
        </p:nvSpPr>
        <p:spPr>
          <a:xfrm>
            <a:off x="262912" y="3346801"/>
            <a:ext cx="3129383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The movement of front &amp; back:</a:t>
            </a:r>
          </a:p>
          <a:p>
            <a:r>
              <a:rPr lang="en-MY" dirty="0"/>
              <a:t>y = (y + 1) % 5</a:t>
            </a:r>
          </a:p>
          <a:p>
            <a:endParaRPr lang="en-MY" dirty="0"/>
          </a:p>
          <a:p>
            <a:r>
              <a:rPr lang="en-MY" dirty="0"/>
              <a:t>y = (0 + 1) % 5 =&gt; 1</a:t>
            </a:r>
          </a:p>
          <a:p>
            <a:r>
              <a:rPr lang="en-MY" dirty="0"/>
              <a:t>y = (1 + 1) % 5 =&gt; 2</a:t>
            </a:r>
          </a:p>
          <a:p>
            <a:r>
              <a:rPr lang="en-MY" dirty="0"/>
              <a:t>y = (2 + 1) % 5 =&gt; 3</a:t>
            </a:r>
          </a:p>
          <a:p>
            <a:r>
              <a:rPr lang="en-MY" dirty="0"/>
              <a:t>y = (3 + 1) % 5 =&gt; 4</a:t>
            </a:r>
          </a:p>
          <a:p>
            <a:r>
              <a:rPr lang="en-MY" dirty="0"/>
              <a:t>y = (4 + 1) % 5 =&gt; 0</a:t>
            </a:r>
          </a:p>
          <a:p>
            <a:r>
              <a:rPr lang="en-MY" dirty="0"/>
              <a:t>y = (0 + 1) % 5 =&gt; 1</a:t>
            </a:r>
          </a:p>
          <a:p>
            <a:r>
              <a:rPr lang="en-MY" dirty="0"/>
              <a:t>y = (1 + 1) % 5 =&gt; 2</a:t>
            </a:r>
          </a:p>
          <a:p>
            <a:r>
              <a:rPr lang="en-MY" dirty="0"/>
              <a:t>. . .</a:t>
            </a:r>
          </a:p>
          <a:p>
            <a:r>
              <a:rPr lang="en-MY" dirty="0"/>
              <a:t>. . 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B5A50-5341-3420-2ED1-0B86C95B7F44}"/>
              </a:ext>
            </a:extLst>
          </p:cNvPr>
          <p:cNvSpPr txBox="1"/>
          <p:nvPr/>
        </p:nvSpPr>
        <p:spPr>
          <a:xfrm>
            <a:off x="5426586" y="2913733"/>
            <a:ext cx="1857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Dequeue Item = E</a:t>
            </a:r>
          </a:p>
        </p:txBody>
      </p:sp>
    </p:spTree>
    <p:extLst>
      <p:ext uri="{BB962C8B-B14F-4D97-AF65-F5344CB8AC3E}">
        <p14:creationId xmlns:p14="http://schemas.microsoft.com/office/powerpoint/2010/main" val="42702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D51E-D16D-E8AF-6615-3979CDD8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08EE79-F82E-4004-BBCF-7777649E5BAA}"/>
              </a:ext>
            </a:extLst>
          </p:cNvPr>
          <p:cNvSpPr txBox="1"/>
          <p:nvPr/>
        </p:nvSpPr>
        <p:spPr>
          <a:xfrm>
            <a:off x="4852482" y="3059668"/>
            <a:ext cx="61908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back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6D854B-42F5-5B04-E241-049AE665E6A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162022" y="2449282"/>
            <a:ext cx="0" cy="6103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49E760-752F-1678-0BF1-CFED4D9463A4}"/>
              </a:ext>
            </a:extLst>
          </p:cNvPr>
          <p:cNvSpPr txBox="1"/>
          <p:nvPr/>
        </p:nvSpPr>
        <p:spPr>
          <a:xfrm>
            <a:off x="3438872" y="1082562"/>
            <a:ext cx="6501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front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18A558-E6C8-EB00-BA65-652E075F78FA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763929" y="1451894"/>
            <a:ext cx="0" cy="61729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751F03-3353-65E1-328E-C7D0D78BF334}"/>
              </a:ext>
            </a:extLst>
          </p:cNvPr>
          <p:cNvSpPr txBox="1"/>
          <p:nvPr/>
        </p:nvSpPr>
        <p:spPr>
          <a:xfrm>
            <a:off x="1737793" y="2111321"/>
            <a:ext cx="8690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Data: 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AC7017-642E-DECE-22D7-4BC537D6BD46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606813" y="2295987"/>
            <a:ext cx="62116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E2E5F9-6FB2-8151-11E1-197DC73FD40C}"/>
              </a:ext>
            </a:extLst>
          </p:cNvPr>
          <p:cNvSpPr txBox="1"/>
          <p:nvPr/>
        </p:nvSpPr>
        <p:spPr>
          <a:xfrm>
            <a:off x="2664251" y="1988210"/>
            <a:ext cx="506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i="1" dirty="0"/>
              <a:t>next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319BCF-FBB5-11D7-570C-6FAFECC6FECC}"/>
              </a:ext>
            </a:extLst>
          </p:cNvPr>
          <p:cNvSpPr txBox="1"/>
          <p:nvPr/>
        </p:nvSpPr>
        <p:spPr>
          <a:xfrm>
            <a:off x="3227981" y="2093871"/>
            <a:ext cx="86100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Data: 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390B8D-4870-BD87-652F-40B3B74D27AA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088986" y="2278537"/>
            <a:ext cx="6291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962E639-4AF0-A9E8-1F4B-59BF25538169}"/>
              </a:ext>
            </a:extLst>
          </p:cNvPr>
          <p:cNvSpPr txBox="1"/>
          <p:nvPr/>
        </p:nvSpPr>
        <p:spPr>
          <a:xfrm>
            <a:off x="4154439" y="1970760"/>
            <a:ext cx="506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i="1" dirty="0"/>
              <a:t>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3CC089-CD96-1FA5-6976-26088186C21D}"/>
              </a:ext>
            </a:extLst>
          </p:cNvPr>
          <p:cNvSpPr txBox="1"/>
          <p:nvPr/>
        </p:nvSpPr>
        <p:spPr>
          <a:xfrm>
            <a:off x="4726184" y="2112725"/>
            <a:ext cx="86100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Data: 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F9D7-A3B7-00F3-3C66-932B8026B358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587189" y="2297391"/>
            <a:ext cx="6291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B9A81D-5EA8-BD04-D01C-7F989D3F4A7D}"/>
              </a:ext>
            </a:extLst>
          </p:cNvPr>
          <p:cNvSpPr txBox="1"/>
          <p:nvPr/>
        </p:nvSpPr>
        <p:spPr>
          <a:xfrm>
            <a:off x="6216372" y="2112725"/>
            <a:ext cx="67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61DC1-E595-FF37-8507-15C3801B7846}"/>
              </a:ext>
            </a:extLst>
          </p:cNvPr>
          <p:cNvSpPr txBox="1"/>
          <p:nvPr/>
        </p:nvSpPr>
        <p:spPr>
          <a:xfrm>
            <a:off x="5652642" y="1989614"/>
            <a:ext cx="50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i="1" dirty="0"/>
              <a:t>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1AE89-D397-0AB1-9B1E-4CAE3084EA72}"/>
              </a:ext>
            </a:extLst>
          </p:cNvPr>
          <p:cNvSpPr txBox="1"/>
          <p:nvPr/>
        </p:nvSpPr>
        <p:spPr>
          <a:xfrm>
            <a:off x="1195215" y="2875002"/>
            <a:ext cx="7938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temp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30D929-06BB-C57E-CF07-E1F38D2C866B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1611984" y="2480653"/>
            <a:ext cx="560319" cy="36624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710FA0-39B3-3893-2744-21B5BBC78FC0}"/>
              </a:ext>
            </a:extLst>
          </p:cNvPr>
          <p:cNvSpPr txBox="1"/>
          <p:nvPr/>
        </p:nvSpPr>
        <p:spPr>
          <a:xfrm>
            <a:off x="1976968" y="4008016"/>
            <a:ext cx="10404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value = A</a:t>
            </a:r>
          </a:p>
        </p:txBody>
      </p:sp>
    </p:spTree>
    <p:extLst>
      <p:ext uri="{BB962C8B-B14F-4D97-AF65-F5344CB8AC3E}">
        <p14:creationId xmlns:p14="http://schemas.microsoft.com/office/powerpoint/2010/main" val="350597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157</Words>
  <Application>Microsoft Office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RAZAK SAMINGAN</dc:creator>
  <cp:lastModifiedBy>MOHD RAZAK SAMINGAN</cp:lastModifiedBy>
  <cp:revision>6</cp:revision>
  <dcterms:created xsi:type="dcterms:W3CDTF">2024-12-22T03:40:22Z</dcterms:created>
  <dcterms:modified xsi:type="dcterms:W3CDTF">2024-12-31T01:28:00Z</dcterms:modified>
</cp:coreProperties>
</file>